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2"/>
  </p:notesMasterIdLst>
  <p:sldIdLst>
    <p:sldId id="256" r:id="rId2"/>
    <p:sldId id="257" r:id="rId3"/>
    <p:sldId id="258" r:id="rId4"/>
    <p:sldId id="264" r:id="rId5"/>
    <p:sldId id="259" r:id="rId6"/>
    <p:sldId id="267" r:id="rId7"/>
    <p:sldId id="260" r:id="rId8"/>
    <p:sldId id="262" r:id="rId9"/>
    <p:sldId id="268" r:id="rId10"/>
    <p:sldId id="263" r:id="rId11"/>
  </p:sldIdLst>
  <p:sldSz cx="9144000" cy="6858000" type="screen4x3"/>
  <p:notesSz cx="6858000" cy="9144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78" d="100"/>
          <a:sy n="78" d="100"/>
        </p:scale>
        <p:origin x="1594" y="62"/>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1235074-4239-4B4A-B3C4-BA0796EDCCEC}" type="datetimeFigureOut">
              <a:rPr lang="en-US" smtClean="0"/>
              <a:t>9/2/2026</a:t>
            </a:fld>
            <a:endParaRPr lang="en-US"/>
          </a:p>
        </p:txBody>
      </p:sp>
      <p:sp>
        <p:nvSpPr>
          <p:cNvPr id="4" name="Marcador de imagen de diapositiva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7508944-0464-45E6-8BF2-B7CD74B71549}" type="slidenum">
              <a:rPr lang="en-US" smtClean="0"/>
              <a:t>‹Nº›</a:t>
            </a:fld>
            <a:endParaRPr lang="en-US"/>
          </a:p>
        </p:txBody>
      </p:sp>
    </p:spTree>
    <p:extLst>
      <p:ext uri="{BB962C8B-B14F-4D97-AF65-F5344CB8AC3E}">
        <p14:creationId xmlns:p14="http://schemas.microsoft.com/office/powerpoint/2010/main" val="7184300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n-US" dirty="0"/>
          </a:p>
        </p:txBody>
      </p:sp>
      <p:sp>
        <p:nvSpPr>
          <p:cNvPr id="4" name="Marcador de número de diapositiva 3"/>
          <p:cNvSpPr>
            <a:spLocks noGrp="1"/>
          </p:cNvSpPr>
          <p:nvPr>
            <p:ph type="sldNum" sz="quarter" idx="10"/>
          </p:nvPr>
        </p:nvSpPr>
        <p:spPr/>
        <p:txBody>
          <a:bodyPr/>
          <a:lstStyle/>
          <a:p>
            <a:fld id="{87508944-0464-45E6-8BF2-B7CD74B71549}" type="slidenum">
              <a:rPr lang="en-US" smtClean="0"/>
              <a:t>8</a:t>
            </a:fld>
            <a:endParaRPr lang="en-US"/>
          </a:p>
        </p:txBody>
      </p:sp>
    </p:spTree>
    <p:extLst>
      <p:ext uri="{BB962C8B-B14F-4D97-AF65-F5344CB8AC3E}">
        <p14:creationId xmlns:p14="http://schemas.microsoft.com/office/powerpoint/2010/main" val="94127943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itle 1"/>
          <p:cNvSpPr>
            <a:spLocks noGrp="1"/>
          </p:cNvSpPr>
          <p:nvPr>
            <p:ph type="ctrTitle"/>
          </p:nvPr>
        </p:nvSpPr>
        <p:spPr>
          <a:xfrm>
            <a:off x="866442" y="1447801"/>
            <a:ext cx="6620968" cy="3329581"/>
          </a:xfrm>
        </p:spPr>
        <p:txBody>
          <a:bodyPr anchor="b"/>
          <a:lstStyle>
            <a:lvl1pPr>
              <a:defRPr sz="7200"/>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866442" y="4777380"/>
            <a:ext cx="662096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
              <a:t>Haga clic para editar el estilo de subtítulo del patrón</a:t>
            </a:r>
            <a:endParaRPr lang="en-US" dirty="0"/>
          </a:p>
        </p:txBody>
      </p:sp>
      <p:sp>
        <p:nvSpPr>
          <p:cNvPr id="4" name="Date Placeholder 3"/>
          <p:cNvSpPr>
            <a:spLocks noGrp="1"/>
          </p:cNvSpPr>
          <p:nvPr>
            <p:ph type="dt" sz="half" idx="10"/>
          </p:nvPr>
        </p:nvSpPr>
        <p:spPr/>
        <p:txBody>
          <a:bodyPr/>
          <a:lstStyle/>
          <a:p>
            <a:fld id="{7A847CFC-816F-41D0-AAC0-9BF4FEBC753E}" type="datetimeFigureOut">
              <a:rPr lang="es-ES" smtClean="0"/>
              <a:t>02/09/2026</a:t>
            </a:fld>
            <a:endParaRPr lang="es-ES"/>
          </a:p>
        </p:txBody>
      </p:sp>
      <p:sp>
        <p:nvSpPr>
          <p:cNvPr id="5" name="Footer Placeholder 4"/>
          <p:cNvSpPr>
            <a:spLocks noGrp="1"/>
          </p:cNvSpPr>
          <p:nvPr>
            <p:ph type="ftr" sz="quarter" idx="11"/>
          </p:nvPr>
        </p:nvSpPr>
        <p:spPr/>
        <p:txBody>
          <a:bodyPr/>
          <a:lstStyle/>
          <a:p>
            <a:endParaRPr lang="es-ES"/>
          </a:p>
        </p:txBody>
      </p:sp>
      <p:sp>
        <p:nvSpPr>
          <p:cNvPr id="6" name="Slide Number Placeholder 5"/>
          <p:cNvSpPr>
            <a:spLocks noGrp="1"/>
          </p:cNvSpPr>
          <p:nvPr>
            <p:ph type="sldNum" sz="quarter" idx="12"/>
          </p:nvPr>
        </p:nvSpPr>
        <p:spPr/>
        <p:txBody>
          <a:bodyPr/>
          <a:lstStyle/>
          <a:p>
            <a:fld id="{132FADFE-3B8F-471C-ABF0-DBC7717ECBBC}" type="slidenum">
              <a:rPr lang="es-ES" smtClean="0"/>
              <a:t>‹Nº›</a:t>
            </a:fld>
            <a:endParaRPr lang="es-ES"/>
          </a:p>
        </p:txBody>
      </p:sp>
    </p:spTree>
    <p:extLst>
      <p:ext uri="{BB962C8B-B14F-4D97-AF65-F5344CB8AC3E}">
        <p14:creationId xmlns:p14="http://schemas.microsoft.com/office/powerpoint/2010/main" val="324896494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idx="1"/>
          </p:nvPr>
        </p:nvSpPr>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3"/>
          <p:cNvSpPr>
            <a:spLocks noGrp="1"/>
          </p:cNvSpPr>
          <p:nvPr>
            <p:ph type="dt" sz="half" idx="10"/>
          </p:nvPr>
        </p:nvSpPr>
        <p:spPr/>
        <p:txBody>
          <a:bodyPr/>
          <a:lstStyle/>
          <a:p>
            <a:fld id="{7A847CFC-816F-41D0-AAC0-9BF4FEBC753E}" type="datetimeFigureOut">
              <a:rPr lang="es-ES" smtClean="0"/>
              <a:t>02/09/2026</a:t>
            </a:fld>
            <a:endParaRPr lang="es-ES"/>
          </a:p>
        </p:txBody>
      </p:sp>
      <p:sp>
        <p:nvSpPr>
          <p:cNvPr id="5" name="Footer Placeholder 4"/>
          <p:cNvSpPr>
            <a:spLocks noGrp="1"/>
          </p:cNvSpPr>
          <p:nvPr>
            <p:ph type="ftr" sz="quarter" idx="11"/>
          </p:nvPr>
        </p:nvSpPr>
        <p:spPr/>
        <p:txBody>
          <a:bodyPr/>
          <a:lstStyle/>
          <a:p>
            <a:endParaRPr lang="es-ES"/>
          </a:p>
        </p:txBody>
      </p:sp>
      <p:sp>
        <p:nvSpPr>
          <p:cNvPr id="6" name="Slide Number Placeholder 5"/>
          <p:cNvSpPr>
            <a:spLocks noGrp="1"/>
          </p:cNvSpPr>
          <p:nvPr>
            <p:ph type="sldNum" sz="quarter" idx="12"/>
          </p:nvPr>
        </p:nvSpPr>
        <p:spPr/>
        <p:txBody>
          <a:bodyPr/>
          <a:lstStyle/>
          <a:p>
            <a:fld id="{132FADFE-3B8F-471C-ABF0-DBC7717ECBBC}" type="slidenum">
              <a:rPr lang="es-ES" smtClean="0"/>
              <a:t>‹Nº›</a:t>
            </a:fld>
            <a:endParaRPr lang="es-ES"/>
          </a:p>
        </p:txBody>
      </p:sp>
    </p:spTree>
    <p:extLst>
      <p:ext uri="{BB962C8B-B14F-4D97-AF65-F5344CB8AC3E}">
        <p14:creationId xmlns:p14="http://schemas.microsoft.com/office/powerpoint/2010/main" val="1614252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866443" y="2861734"/>
            <a:ext cx="6620967" cy="1915647"/>
          </a:xfrm>
        </p:spPr>
        <p:txBody>
          <a:bodyPr anchor="b"/>
          <a:lstStyle>
            <a:lvl1pPr algn="l">
              <a:defRPr sz="4000" b="0" cap="none"/>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866442" y="4777381"/>
            <a:ext cx="662096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Editar el estilo de texto del patrón</a:t>
            </a:r>
          </a:p>
        </p:txBody>
      </p:sp>
      <p:sp>
        <p:nvSpPr>
          <p:cNvPr id="4" name="Date Placeholder 3"/>
          <p:cNvSpPr>
            <a:spLocks noGrp="1"/>
          </p:cNvSpPr>
          <p:nvPr>
            <p:ph type="dt" sz="half" idx="10"/>
          </p:nvPr>
        </p:nvSpPr>
        <p:spPr/>
        <p:txBody>
          <a:bodyPr/>
          <a:lstStyle/>
          <a:p>
            <a:fld id="{7A847CFC-816F-41D0-AAC0-9BF4FEBC753E}" type="datetimeFigureOut">
              <a:rPr lang="es-ES" smtClean="0"/>
              <a:t>02/09/2026</a:t>
            </a:fld>
            <a:endParaRPr lang="es-ES"/>
          </a:p>
        </p:txBody>
      </p:sp>
      <p:sp>
        <p:nvSpPr>
          <p:cNvPr id="5" name="Footer Placeholder 4"/>
          <p:cNvSpPr>
            <a:spLocks noGrp="1"/>
          </p:cNvSpPr>
          <p:nvPr>
            <p:ph type="ftr" sz="quarter" idx="11"/>
          </p:nvPr>
        </p:nvSpPr>
        <p:spPr/>
        <p:txBody>
          <a:bodyPr/>
          <a:lstStyle/>
          <a:p>
            <a:endParaRPr lang="es-ES"/>
          </a:p>
        </p:txBody>
      </p:sp>
      <p:sp>
        <p:nvSpPr>
          <p:cNvPr id="6" name="Slide Number Placeholder 5"/>
          <p:cNvSpPr>
            <a:spLocks noGrp="1"/>
          </p:cNvSpPr>
          <p:nvPr>
            <p:ph type="sldNum" sz="quarter" idx="12"/>
          </p:nvPr>
        </p:nvSpPr>
        <p:spPr/>
        <p:txBody>
          <a:bodyPr/>
          <a:lstStyle/>
          <a:p>
            <a:fld id="{132FADFE-3B8F-471C-ABF0-DBC7717ECBBC}" type="slidenum">
              <a:rPr lang="es-ES" smtClean="0"/>
              <a:t>‹Nº›</a:t>
            </a:fld>
            <a:endParaRPr lang="es-ES"/>
          </a:p>
        </p:txBody>
      </p:sp>
    </p:spTree>
    <p:extLst>
      <p:ext uri="{BB962C8B-B14F-4D97-AF65-F5344CB8AC3E}">
        <p14:creationId xmlns:p14="http://schemas.microsoft.com/office/powerpoint/2010/main" val="212882394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sz="half" idx="1"/>
          </p:nvPr>
        </p:nvSpPr>
        <p:spPr>
          <a:xfrm>
            <a:off x="827700" y="2060576"/>
            <a:ext cx="3298113"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Content Placeholder 3"/>
          <p:cNvSpPr>
            <a:spLocks noGrp="1"/>
          </p:cNvSpPr>
          <p:nvPr>
            <p:ph sz="half" idx="2"/>
          </p:nvPr>
        </p:nvSpPr>
        <p:spPr>
          <a:xfrm>
            <a:off x="4241975" y="2056093"/>
            <a:ext cx="3298115"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p:txBody>
          <a:bodyPr/>
          <a:lstStyle/>
          <a:p>
            <a:fld id="{7A847CFC-816F-41D0-AAC0-9BF4FEBC753E}" type="datetimeFigureOut">
              <a:rPr lang="es-ES" smtClean="0"/>
              <a:t>02/09/2026</a:t>
            </a:fld>
            <a:endParaRPr lang="es-ES"/>
          </a:p>
        </p:txBody>
      </p:sp>
      <p:sp>
        <p:nvSpPr>
          <p:cNvPr id="6" name="Footer Placeholder 5"/>
          <p:cNvSpPr>
            <a:spLocks noGrp="1"/>
          </p:cNvSpPr>
          <p:nvPr>
            <p:ph type="ftr" sz="quarter" idx="11"/>
          </p:nvPr>
        </p:nvSpPr>
        <p:spPr/>
        <p:txBody>
          <a:bodyPr/>
          <a:lstStyle/>
          <a:p>
            <a:endParaRPr lang="es-ES"/>
          </a:p>
        </p:txBody>
      </p:sp>
      <p:sp>
        <p:nvSpPr>
          <p:cNvPr id="7" name="Slide Number Placeholder 6"/>
          <p:cNvSpPr>
            <a:spLocks noGrp="1"/>
          </p:cNvSpPr>
          <p:nvPr>
            <p:ph type="sldNum" sz="quarter" idx="12"/>
          </p:nvPr>
        </p:nvSpPr>
        <p:spPr/>
        <p:txBody>
          <a:bodyPr/>
          <a:lstStyle/>
          <a:p>
            <a:fld id="{132FADFE-3B8F-471C-ABF0-DBC7717ECBBC}" type="slidenum">
              <a:rPr lang="es-ES" smtClean="0"/>
              <a:t>‹Nº›</a:t>
            </a:fld>
            <a:endParaRPr lang="es-ES"/>
          </a:p>
        </p:txBody>
      </p:sp>
    </p:spTree>
    <p:extLst>
      <p:ext uri="{BB962C8B-B14F-4D97-AF65-F5344CB8AC3E}">
        <p14:creationId xmlns:p14="http://schemas.microsoft.com/office/powerpoint/2010/main" val="17654512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827700" y="1905000"/>
            <a:ext cx="3298112"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Editar el estilo de texto del patrón</a:t>
            </a:r>
          </a:p>
        </p:txBody>
      </p:sp>
      <p:sp>
        <p:nvSpPr>
          <p:cNvPr id="4" name="Content Placeholder 3"/>
          <p:cNvSpPr>
            <a:spLocks noGrp="1"/>
          </p:cNvSpPr>
          <p:nvPr>
            <p:ph sz="half" idx="2"/>
          </p:nvPr>
        </p:nvSpPr>
        <p:spPr>
          <a:xfrm>
            <a:off x="827700" y="2514600"/>
            <a:ext cx="3298113"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4241976" y="1905000"/>
            <a:ext cx="3298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Editar el estilo de texto del patrón</a:t>
            </a:r>
          </a:p>
        </p:txBody>
      </p:sp>
      <p:sp>
        <p:nvSpPr>
          <p:cNvPr id="6" name="Content Placeholder 5"/>
          <p:cNvSpPr>
            <a:spLocks noGrp="1"/>
          </p:cNvSpPr>
          <p:nvPr>
            <p:ph sz="quarter" idx="4"/>
          </p:nvPr>
        </p:nvSpPr>
        <p:spPr>
          <a:xfrm>
            <a:off x="4241976" y="2514600"/>
            <a:ext cx="3298113"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p:txBody>
          <a:bodyPr/>
          <a:lstStyle/>
          <a:p>
            <a:fld id="{7A847CFC-816F-41D0-AAC0-9BF4FEBC753E}" type="datetimeFigureOut">
              <a:rPr lang="es-ES" smtClean="0"/>
              <a:t>02/09/2026</a:t>
            </a:fld>
            <a:endParaRPr lang="es-ES"/>
          </a:p>
        </p:txBody>
      </p:sp>
      <p:sp>
        <p:nvSpPr>
          <p:cNvPr id="8" name="Footer Placeholder 7"/>
          <p:cNvSpPr>
            <a:spLocks noGrp="1"/>
          </p:cNvSpPr>
          <p:nvPr>
            <p:ph type="ftr" sz="quarter" idx="11"/>
          </p:nvPr>
        </p:nvSpPr>
        <p:spPr/>
        <p:txBody>
          <a:bodyPr/>
          <a:lstStyle/>
          <a:p>
            <a:endParaRPr lang="es-ES"/>
          </a:p>
        </p:txBody>
      </p:sp>
      <p:sp>
        <p:nvSpPr>
          <p:cNvPr id="9" name="Slide Number Placeholder 8"/>
          <p:cNvSpPr>
            <a:spLocks noGrp="1"/>
          </p:cNvSpPr>
          <p:nvPr>
            <p:ph type="sldNum" sz="quarter" idx="12"/>
          </p:nvPr>
        </p:nvSpPr>
        <p:spPr/>
        <p:txBody>
          <a:bodyPr/>
          <a:lstStyle/>
          <a:p>
            <a:fld id="{132FADFE-3B8F-471C-ABF0-DBC7717ECBBC}" type="slidenum">
              <a:rPr lang="es-ES" smtClean="0"/>
              <a:t>‹Nº›</a:t>
            </a:fld>
            <a:endParaRPr lang="es-ES"/>
          </a:p>
        </p:txBody>
      </p:sp>
    </p:spTree>
    <p:extLst>
      <p:ext uri="{BB962C8B-B14F-4D97-AF65-F5344CB8AC3E}">
        <p14:creationId xmlns:p14="http://schemas.microsoft.com/office/powerpoint/2010/main" val="8118527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7" name="Date Placeholder 2"/>
          <p:cNvSpPr>
            <a:spLocks noGrp="1"/>
          </p:cNvSpPr>
          <p:nvPr>
            <p:ph type="dt" sz="half" idx="10"/>
          </p:nvPr>
        </p:nvSpPr>
        <p:spPr/>
        <p:txBody>
          <a:bodyPr/>
          <a:lstStyle/>
          <a:p>
            <a:fld id="{7A847CFC-816F-41D0-AAC0-9BF4FEBC753E}" type="datetimeFigureOut">
              <a:rPr lang="es-ES" smtClean="0"/>
              <a:t>02/09/2026</a:t>
            </a:fld>
            <a:endParaRPr lang="es-ES"/>
          </a:p>
        </p:txBody>
      </p:sp>
      <p:sp>
        <p:nvSpPr>
          <p:cNvPr id="5" name="Footer Placeholder 3"/>
          <p:cNvSpPr>
            <a:spLocks noGrp="1"/>
          </p:cNvSpPr>
          <p:nvPr>
            <p:ph type="ftr" sz="quarter" idx="11"/>
          </p:nvPr>
        </p:nvSpPr>
        <p:spPr/>
        <p:txBody>
          <a:bodyPr/>
          <a:lstStyle/>
          <a:p>
            <a:endParaRPr lang="es-ES"/>
          </a:p>
        </p:txBody>
      </p:sp>
      <p:sp>
        <p:nvSpPr>
          <p:cNvPr id="6" name="Slide Number Placeholder 4"/>
          <p:cNvSpPr>
            <a:spLocks noGrp="1"/>
          </p:cNvSpPr>
          <p:nvPr>
            <p:ph type="sldNum" sz="quarter" idx="12"/>
          </p:nvPr>
        </p:nvSpPr>
        <p:spPr/>
        <p:txBody>
          <a:bodyPr/>
          <a:lstStyle/>
          <a:p>
            <a:fld id="{132FADFE-3B8F-471C-ABF0-DBC7717ECBBC}" type="slidenum">
              <a:rPr lang="es-ES" smtClean="0"/>
              <a:t>‹Nº›</a:t>
            </a:fld>
            <a:endParaRPr lang="es-ES"/>
          </a:p>
        </p:txBody>
      </p:sp>
    </p:spTree>
    <p:extLst>
      <p:ext uri="{BB962C8B-B14F-4D97-AF65-F5344CB8AC3E}">
        <p14:creationId xmlns:p14="http://schemas.microsoft.com/office/powerpoint/2010/main" val="352725861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7A847CFC-816F-41D0-AAC0-9BF4FEBC753E}" type="datetimeFigureOut">
              <a:rPr lang="es-ES" smtClean="0"/>
              <a:t>02/09/2026</a:t>
            </a:fld>
            <a:endParaRPr lang="es-ES"/>
          </a:p>
        </p:txBody>
      </p:sp>
      <p:sp>
        <p:nvSpPr>
          <p:cNvPr id="5" name="Footer Placeholder 2"/>
          <p:cNvSpPr>
            <a:spLocks noGrp="1"/>
          </p:cNvSpPr>
          <p:nvPr>
            <p:ph type="ftr" sz="quarter" idx="11"/>
          </p:nvPr>
        </p:nvSpPr>
        <p:spPr/>
        <p:txBody>
          <a:bodyPr/>
          <a:lstStyle/>
          <a:p>
            <a:endParaRPr lang="es-ES"/>
          </a:p>
        </p:txBody>
      </p:sp>
      <p:sp>
        <p:nvSpPr>
          <p:cNvPr id="6" name="Slide Number Placeholder 3"/>
          <p:cNvSpPr>
            <a:spLocks noGrp="1"/>
          </p:cNvSpPr>
          <p:nvPr>
            <p:ph type="sldNum" sz="quarter" idx="12"/>
          </p:nvPr>
        </p:nvSpPr>
        <p:spPr/>
        <p:txBody>
          <a:bodyPr/>
          <a:lstStyle/>
          <a:p>
            <a:fld id="{132FADFE-3B8F-471C-ABF0-DBC7717ECBBC}" type="slidenum">
              <a:rPr lang="es-ES" smtClean="0"/>
              <a:t>‹Nº›</a:t>
            </a:fld>
            <a:endParaRPr lang="es-ES"/>
          </a:p>
        </p:txBody>
      </p:sp>
    </p:spTree>
    <p:extLst>
      <p:ext uri="{BB962C8B-B14F-4D97-AF65-F5344CB8AC3E}">
        <p14:creationId xmlns:p14="http://schemas.microsoft.com/office/powerpoint/2010/main" val="210252953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866441" y="1447800"/>
            <a:ext cx="2551462" cy="1447800"/>
          </a:xfrm>
        </p:spPr>
        <p:txBody>
          <a:bodyPr anchor="b"/>
          <a:lstStyle>
            <a:lvl1pPr algn="l">
              <a:defRPr sz="2400" b="0"/>
            </a:lvl1pPr>
          </a:lstStyle>
          <a:p>
            <a:r>
              <a:rPr lang="es-ES"/>
              <a:t>Haga clic para modificar el estilo de título del patrón</a:t>
            </a:r>
            <a:endParaRPr lang="en-US" dirty="0"/>
          </a:p>
        </p:txBody>
      </p:sp>
      <p:sp>
        <p:nvSpPr>
          <p:cNvPr id="3" name="Content Placeholder 2"/>
          <p:cNvSpPr>
            <a:spLocks noGrp="1"/>
          </p:cNvSpPr>
          <p:nvPr>
            <p:ph idx="1"/>
          </p:nvPr>
        </p:nvSpPr>
        <p:spPr>
          <a:xfrm>
            <a:off x="3589397" y="1447800"/>
            <a:ext cx="3898013"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866441" y="3129281"/>
            <a:ext cx="2551462"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Editar el estilo de texto del patrón</a:t>
            </a:r>
          </a:p>
        </p:txBody>
      </p:sp>
      <p:sp>
        <p:nvSpPr>
          <p:cNvPr id="7" name="Date Placeholder 4"/>
          <p:cNvSpPr>
            <a:spLocks noGrp="1"/>
          </p:cNvSpPr>
          <p:nvPr>
            <p:ph type="dt" sz="half" idx="10"/>
          </p:nvPr>
        </p:nvSpPr>
        <p:spPr/>
        <p:txBody>
          <a:bodyPr/>
          <a:lstStyle/>
          <a:p>
            <a:fld id="{7A847CFC-816F-41D0-AAC0-9BF4FEBC753E}" type="datetimeFigureOut">
              <a:rPr lang="es-ES" smtClean="0"/>
              <a:t>02/09/2026</a:t>
            </a:fld>
            <a:endParaRPr lang="es-ES"/>
          </a:p>
        </p:txBody>
      </p:sp>
      <p:sp>
        <p:nvSpPr>
          <p:cNvPr id="5" name="Footer Placeholder 5"/>
          <p:cNvSpPr>
            <a:spLocks noGrp="1"/>
          </p:cNvSpPr>
          <p:nvPr>
            <p:ph type="ftr" sz="quarter" idx="11"/>
          </p:nvPr>
        </p:nvSpPr>
        <p:spPr/>
        <p:txBody>
          <a:bodyPr/>
          <a:lstStyle/>
          <a:p>
            <a:endParaRPr lang="es-ES"/>
          </a:p>
        </p:txBody>
      </p:sp>
      <p:sp>
        <p:nvSpPr>
          <p:cNvPr id="6" name="Slide Number Placeholder 6"/>
          <p:cNvSpPr>
            <a:spLocks noGrp="1"/>
          </p:cNvSpPr>
          <p:nvPr>
            <p:ph type="sldNum" sz="quarter" idx="12"/>
          </p:nvPr>
        </p:nvSpPr>
        <p:spPr/>
        <p:txBody>
          <a:bodyPr/>
          <a:lstStyle/>
          <a:p>
            <a:fld id="{132FADFE-3B8F-471C-ABF0-DBC7717ECBBC}" type="slidenum">
              <a:rPr lang="es-ES" smtClean="0"/>
              <a:t>‹Nº›</a:t>
            </a:fld>
            <a:endParaRPr lang="es-ES"/>
          </a:p>
        </p:txBody>
      </p:sp>
    </p:spTree>
    <p:extLst>
      <p:ext uri="{BB962C8B-B14F-4D97-AF65-F5344CB8AC3E}">
        <p14:creationId xmlns:p14="http://schemas.microsoft.com/office/powerpoint/2010/main" val="349923835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865656" y="1854192"/>
            <a:ext cx="3820674" cy="1574808"/>
          </a:xfrm>
        </p:spPr>
        <p:txBody>
          <a:bodyPr anchor="b">
            <a:normAutofit/>
          </a:bodyPr>
          <a:lstStyle>
            <a:lvl1pPr algn="l">
              <a:defRPr sz="3600" b="0"/>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5213517" y="1143000"/>
            <a:ext cx="2400925"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866441" y="3657600"/>
            <a:ext cx="3814728"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Editar el estilo de texto del patrón</a:t>
            </a:r>
          </a:p>
        </p:txBody>
      </p:sp>
      <p:sp>
        <p:nvSpPr>
          <p:cNvPr id="5" name="Date Placeholder 4"/>
          <p:cNvSpPr>
            <a:spLocks noGrp="1"/>
          </p:cNvSpPr>
          <p:nvPr>
            <p:ph type="dt" sz="half" idx="10"/>
          </p:nvPr>
        </p:nvSpPr>
        <p:spPr/>
        <p:txBody>
          <a:bodyPr/>
          <a:lstStyle/>
          <a:p>
            <a:fld id="{7A847CFC-816F-41D0-AAC0-9BF4FEBC753E}" type="datetimeFigureOut">
              <a:rPr lang="es-ES" smtClean="0"/>
              <a:t>02/09/2026</a:t>
            </a:fld>
            <a:endParaRPr lang="es-ES"/>
          </a:p>
        </p:txBody>
      </p:sp>
      <p:sp>
        <p:nvSpPr>
          <p:cNvPr id="6" name="Footer Placeholder 5"/>
          <p:cNvSpPr>
            <a:spLocks noGrp="1"/>
          </p:cNvSpPr>
          <p:nvPr>
            <p:ph type="ftr" sz="quarter" idx="11"/>
          </p:nvPr>
        </p:nvSpPr>
        <p:spPr/>
        <p:txBody>
          <a:bodyPr/>
          <a:lstStyle/>
          <a:p>
            <a:endParaRPr lang="es-ES"/>
          </a:p>
        </p:txBody>
      </p:sp>
      <p:sp>
        <p:nvSpPr>
          <p:cNvPr id="7" name="Slide Number Placeholder 6"/>
          <p:cNvSpPr>
            <a:spLocks noGrp="1"/>
          </p:cNvSpPr>
          <p:nvPr>
            <p:ph type="sldNum" sz="quarter" idx="12"/>
          </p:nvPr>
        </p:nvSpPr>
        <p:spPr/>
        <p:txBody>
          <a:bodyPr/>
          <a:lstStyle/>
          <a:p>
            <a:fld id="{132FADFE-3B8F-471C-ABF0-DBC7717ECBBC}" type="slidenum">
              <a:rPr lang="es-ES" smtClean="0"/>
              <a:t>‹Nº›</a:t>
            </a:fld>
            <a:endParaRPr lang="es-ES"/>
          </a:p>
        </p:txBody>
      </p:sp>
    </p:spTree>
    <p:extLst>
      <p:ext uri="{BB962C8B-B14F-4D97-AF65-F5344CB8AC3E}">
        <p14:creationId xmlns:p14="http://schemas.microsoft.com/office/powerpoint/2010/main" val="420489854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Imagen panorámica con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866443" y="4800587"/>
            <a:ext cx="6620967" cy="566738"/>
          </a:xfrm>
        </p:spPr>
        <p:txBody>
          <a:bodyPr anchor="b">
            <a:normAutofit/>
          </a:bodyPr>
          <a:lstStyle>
            <a:lvl1pPr algn="l">
              <a:defRPr sz="2400" b="0"/>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866442" y="685800"/>
            <a:ext cx="662096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866443" y="5367325"/>
            <a:ext cx="662096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Editar el estilo de texto del patrón</a:t>
            </a:r>
          </a:p>
        </p:txBody>
      </p:sp>
      <p:sp>
        <p:nvSpPr>
          <p:cNvPr id="5" name="Date Placeholder 4"/>
          <p:cNvSpPr>
            <a:spLocks noGrp="1"/>
          </p:cNvSpPr>
          <p:nvPr>
            <p:ph type="dt" sz="half" idx="10"/>
          </p:nvPr>
        </p:nvSpPr>
        <p:spPr/>
        <p:txBody>
          <a:bodyPr/>
          <a:lstStyle/>
          <a:p>
            <a:fld id="{7A847CFC-816F-41D0-AAC0-9BF4FEBC753E}" type="datetimeFigureOut">
              <a:rPr lang="es-ES" smtClean="0"/>
              <a:t>02/09/2026</a:t>
            </a:fld>
            <a:endParaRPr lang="es-ES"/>
          </a:p>
        </p:txBody>
      </p:sp>
      <p:sp>
        <p:nvSpPr>
          <p:cNvPr id="6" name="Footer Placeholder 5"/>
          <p:cNvSpPr>
            <a:spLocks noGrp="1"/>
          </p:cNvSpPr>
          <p:nvPr>
            <p:ph type="ftr" sz="quarter" idx="11"/>
          </p:nvPr>
        </p:nvSpPr>
        <p:spPr/>
        <p:txBody>
          <a:bodyPr/>
          <a:lstStyle/>
          <a:p>
            <a:endParaRPr lang="es-ES"/>
          </a:p>
        </p:txBody>
      </p:sp>
      <p:sp>
        <p:nvSpPr>
          <p:cNvPr id="7" name="Slide Number Placeholder 6"/>
          <p:cNvSpPr>
            <a:spLocks noGrp="1"/>
          </p:cNvSpPr>
          <p:nvPr>
            <p:ph type="sldNum" sz="quarter" idx="12"/>
          </p:nvPr>
        </p:nvSpPr>
        <p:spPr/>
        <p:txBody>
          <a:bodyPr/>
          <a:lstStyle/>
          <a:p>
            <a:fld id="{132FADFE-3B8F-471C-ABF0-DBC7717ECBBC}" type="slidenum">
              <a:rPr lang="es-ES" smtClean="0"/>
              <a:t>‹Nº›</a:t>
            </a:fld>
            <a:endParaRPr lang="es-ES"/>
          </a:p>
        </p:txBody>
      </p:sp>
    </p:spTree>
    <p:extLst>
      <p:ext uri="{BB962C8B-B14F-4D97-AF65-F5344CB8AC3E}">
        <p14:creationId xmlns:p14="http://schemas.microsoft.com/office/powerpoint/2010/main" val="108410447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ítulo y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866442" y="1447800"/>
            <a:ext cx="6620968" cy="1981200"/>
          </a:xfrm>
        </p:spPr>
        <p:txBody>
          <a:bodyPr/>
          <a:lstStyle>
            <a:lvl1pPr>
              <a:defRPr sz="4800"/>
            </a:lvl1pPr>
          </a:lstStyle>
          <a:p>
            <a:r>
              <a:rPr lang="es-ES"/>
              <a:t>Haga clic para modificar el estilo de título del patrón</a:t>
            </a:r>
            <a:endParaRPr lang="en-US" dirty="0"/>
          </a:p>
        </p:txBody>
      </p:sp>
      <p:sp>
        <p:nvSpPr>
          <p:cNvPr id="8" name="Text Placeholder 3"/>
          <p:cNvSpPr>
            <a:spLocks noGrp="1"/>
          </p:cNvSpPr>
          <p:nvPr>
            <p:ph type="body" sz="half" idx="2"/>
          </p:nvPr>
        </p:nvSpPr>
        <p:spPr>
          <a:xfrm>
            <a:off x="866442" y="3657600"/>
            <a:ext cx="6620968"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Editar el estilo de texto del patrón</a:t>
            </a:r>
          </a:p>
        </p:txBody>
      </p:sp>
      <p:sp>
        <p:nvSpPr>
          <p:cNvPr id="4" name="Date Placeholder 3"/>
          <p:cNvSpPr>
            <a:spLocks noGrp="1"/>
          </p:cNvSpPr>
          <p:nvPr>
            <p:ph type="dt" sz="half" idx="10"/>
          </p:nvPr>
        </p:nvSpPr>
        <p:spPr/>
        <p:txBody>
          <a:bodyPr/>
          <a:lstStyle/>
          <a:p>
            <a:fld id="{7A847CFC-816F-41D0-AAC0-9BF4FEBC753E}" type="datetimeFigureOut">
              <a:rPr lang="es-ES" smtClean="0"/>
              <a:t>02/09/2026</a:t>
            </a:fld>
            <a:endParaRPr lang="es-ES"/>
          </a:p>
        </p:txBody>
      </p:sp>
      <p:sp>
        <p:nvSpPr>
          <p:cNvPr id="5" name="Footer Placeholder 4"/>
          <p:cNvSpPr>
            <a:spLocks noGrp="1"/>
          </p:cNvSpPr>
          <p:nvPr>
            <p:ph type="ftr" sz="quarter" idx="11"/>
          </p:nvPr>
        </p:nvSpPr>
        <p:spPr/>
        <p:txBody>
          <a:bodyPr/>
          <a:lstStyle/>
          <a:p>
            <a:endParaRPr lang="es-ES"/>
          </a:p>
        </p:txBody>
      </p:sp>
      <p:sp>
        <p:nvSpPr>
          <p:cNvPr id="6" name="Slide Number Placeholder 5"/>
          <p:cNvSpPr>
            <a:spLocks noGrp="1"/>
          </p:cNvSpPr>
          <p:nvPr>
            <p:ph type="sldNum" sz="quarter" idx="12"/>
          </p:nvPr>
        </p:nvSpPr>
        <p:spPr/>
        <p:txBody>
          <a:bodyPr/>
          <a:lstStyle/>
          <a:p>
            <a:fld id="{132FADFE-3B8F-471C-ABF0-DBC7717ECBBC}" type="slidenum">
              <a:rPr lang="es-ES" smtClean="0"/>
              <a:t>‹Nº›</a:t>
            </a:fld>
            <a:endParaRPr lang="es-ES"/>
          </a:p>
        </p:txBody>
      </p:sp>
    </p:spTree>
    <p:extLst>
      <p:ext uri="{BB962C8B-B14F-4D97-AF65-F5344CB8AC3E}">
        <p14:creationId xmlns:p14="http://schemas.microsoft.com/office/powerpoint/2010/main" val="161696701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ita con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1181409" y="1447800"/>
            <a:ext cx="6001049" cy="2323374"/>
          </a:xfrm>
        </p:spPr>
        <p:txBody>
          <a:bodyPr/>
          <a:lstStyle>
            <a:lvl1pPr>
              <a:defRPr sz="4800"/>
            </a:lvl1pPr>
          </a:lstStyle>
          <a:p>
            <a:r>
              <a:rPr lang="es-ES"/>
              <a:t>Haga clic para modificar el estilo de título del patrón</a:t>
            </a:r>
            <a:endParaRPr lang="en-US" dirty="0"/>
          </a:p>
        </p:txBody>
      </p:sp>
      <p:sp>
        <p:nvSpPr>
          <p:cNvPr id="11" name="Text Placeholder 3"/>
          <p:cNvSpPr>
            <a:spLocks noGrp="1"/>
          </p:cNvSpPr>
          <p:nvPr>
            <p:ph type="body" sz="half" idx="14"/>
          </p:nvPr>
        </p:nvSpPr>
        <p:spPr>
          <a:xfrm>
            <a:off x="1448177" y="3771174"/>
            <a:ext cx="546115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s-ES"/>
              <a:t>Editar el estilo de texto del patrón</a:t>
            </a:r>
          </a:p>
        </p:txBody>
      </p:sp>
      <p:sp>
        <p:nvSpPr>
          <p:cNvPr id="10" name="Text Placeholder 3"/>
          <p:cNvSpPr>
            <a:spLocks noGrp="1"/>
          </p:cNvSpPr>
          <p:nvPr>
            <p:ph type="body" sz="half" idx="2"/>
          </p:nvPr>
        </p:nvSpPr>
        <p:spPr>
          <a:xfrm>
            <a:off x="866442" y="4350657"/>
            <a:ext cx="6620968"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Editar el estilo de texto del patrón</a:t>
            </a:r>
          </a:p>
        </p:txBody>
      </p:sp>
      <p:sp>
        <p:nvSpPr>
          <p:cNvPr id="4" name="Date Placeholder 3"/>
          <p:cNvSpPr>
            <a:spLocks noGrp="1"/>
          </p:cNvSpPr>
          <p:nvPr>
            <p:ph type="dt" sz="half" idx="10"/>
          </p:nvPr>
        </p:nvSpPr>
        <p:spPr/>
        <p:txBody>
          <a:bodyPr/>
          <a:lstStyle/>
          <a:p>
            <a:fld id="{7A847CFC-816F-41D0-AAC0-9BF4FEBC753E}" type="datetimeFigureOut">
              <a:rPr lang="es-ES" smtClean="0"/>
              <a:t>02/09/2026</a:t>
            </a:fld>
            <a:endParaRPr lang="es-ES"/>
          </a:p>
        </p:txBody>
      </p:sp>
      <p:sp>
        <p:nvSpPr>
          <p:cNvPr id="5" name="Footer Placeholder 4"/>
          <p:cNvSpPr>
            <a:spLocks noGrp="1"/>
          </p:cNvSpPr>
          <p:nvPr>
            <p:ph type="ftr" sz="quarter" idx="11"/>
          </p:nvPr>
        </p:nvSpPr>
        <p:spPr/>
        <p:txBody>
          <a:bodyPr/>
          <a:lstStyle/>
          <a:p>
            <a:endParaRPr lang="es-ES"/>
          </a:p>
        </p:txBody>
      </p:sp>
      <p:sp>
        <p:nvSpPr>
          <p:cNvPr id="6" name="Slide Number Placeholder 5"/>
          <p:cNvSpPr>
            <a:spLocks noGrp="1"/>
          </p:cNvSpPr>
          <p:nvPr>
            <p:ph type="sldNum" sz="quarter" idx="12"/>
          </p:nvPr>
        </p:nvSpPr>
        <p:spPr/>
        <p:txBody>
          <a:bodyPr/>
          <a:lstStyle/>
          <a:p>
            <a:fld id="{132FADFE-3B8F-471C-ABF0-DBC7717ECBBC}" type="slidenum">
              <a:rPr lang="es-ES" smtClean="0"/>
              <a:t>‹Nº›</a:t>
            </a:fld>
            <a:endParaRPr lang="es-ES"/>
          </a:p>
        </p:txBody>
      </p:sp>
      <p:sp>
        <p:nvSpPr>
          <p:cNvPr id="12" name="TextBox 11"/>
          <p:cNvSpPr txBox="1"/>
          <p:nvPr/>
        </p:nvSpPr>
        <p:spPr>
          <a:xfrm>
            <a:off x="673897" y="971253"/>
            <a:ext cx="601591"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sz="12200" dirty="0"/>
              <a:t>“</a:t>
            </a:r>
          </a:p>
        </p:txBody>
      </p:sp>
      <p:sp>
        <p:nvSpPr>
          <p:cNvPr id="15" name="TextBox 14"/>
          <p:cNvSpPr txBox="1"/>
          <p:nvPr/>
        </p:nvSpPr>
        <p:spPr>
          <a:xfrm>
            <a:off x="6999690" y="2613787"/>
            <a:ext cx="601591"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sz="12200" dirty="0"/>
              <a:t>”</a:t>
            </a:r>
          </a:p>
        </p:txBody>
      </p:sp>
    </p:spTree>
    <p:extLst>
      <p:ext uri="{BB962C8B-B14F-4D97-AF65-F5344CB8AC3E}">
        <p14:creationId xmlns:p14="http://schemas.microsoft.com/office/powerpoint/2010/main" val="19618533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arjeta de nombre">
    <p:spTree>
      <p:nvGrpSpPr>
        <p:cNvPr id="1" name=""/>
        <p:cNvGrpSpPr/>
        <p:nvPr/>
      </p:nvGrpSpPr>
      <p:grpSpPr>
        <a:xfrm>
          <a:off x="0" y="0"/>
          <a:ext cx="0" cy="0"/>
          <a:chOff x="0" y="0"/>
          <a:chExt cx="0" cy="0"/>
        </a:xfrm>
      </p:grpSpPr>
      <p:sp>
        <p:nvSpPr>
          <p:cNvPr id="2" name="Title 1"/>
          <p:cNvSpPr>
            <a:spLocks noGrp="1"/>
          </p:cNvSpPr>
          <p:nvPr>
            <p:ph type="title"/>
          </p:nvPr>
        </p:nvSpPr>
        <p:spPr>
          <a:xfrm>
            <a:off x="866441" y="3124201"/>
            <a:ext cx="6620969" cy="1653180"/>
          </a:xfrm>
        </p:spPr>
        <p:txBody>
          <a:bodyPr anchor="b"/>
          <a:lstStyle>
            <a:lvl1pPr algn="l">
              <a:defRPr sz="4000" b="0" cap="none"/>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866442" y="4777381"/>
            <a:ext cx="6620968"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Editar el estilo de texto del patrón</a:t>
            </a:r>
          </a:p>
        </p:txBody>
      </p:sp>
      <p:sp>
        <p:nvSpPr>
          <p:cNvPr id="4" name="Date Placeholder 3"/>
          <p:cNvSpPr>
            <a:spLocks noGrp="1"/>
          </p:cNvSpPr>
          <p:nvPr>
            <p:ph type="dt" sz="half" idx="10"/>
          </p:nvPr>
        </p:nvSpPr>
        <p:spPr/>
        <p:txBody>
          <a:bodyPr/>
          <a:lstStyle/>
          <a:p>
            <a:fld id="{7A847CFC-816F-41D0-AAC0-9BF4FEBC753E}" type="datetimeFigureOut">
              <a:rPr lang="es-ES" smtClean="0"/>
              <a:t>02/09/2026</a:t>
            </a:fld>
            <a:endParaRPr lang="es-ES"/>
          </a:p>
        </p:txBody>
      </p:sp>
      <p:sp>
        <p:nvSpPr>
          <p:cNvPr id="5" name="Footer Placeholder 4"/>
          <p:cNvSpPr>
            <a:spLocks noGrp="1"/>
          </p:cNvSpPr>
          <p:nvPr>
            <p:ph type="ftr" sz="quarter" idx="11"/>
          </p:nvPr>
        </p:nvSpPr>
        <p:spPr/>
        <p:txBody>
          <a:bodyPr/>
          <a:lstStyle/>
          <a:p>
            <a:endParaRPr lang="es-ES"/>
          </a:p>
        </p:txBody>
      </p:sp>
      <p:sp>
        <p:nvSpPr>
          <p:cNvPr id="6" name="Slide Number Placeholder 5"/>
          <p:cNvSpPr>
            <a:spLocks noGrp="1"/>
          </p:cNvSpPr>
          <p:nvPr>
            <p:ph type="sldNum" sz="quarter" idx="12"/>
          </p:nvPr>
        </p:nvSpPr>
        <p:spPr/>
        <p:txBody>
          <a:bodyPr/>
          <a:lstStyle/>
          <a:p>
            <a:fld id="{132FADFE-3B8F-471C-ABF0-DBC7717ECBBC}" type="slidenum">
              <a:rPr lang="es-ES" smtClean="0"/>
              <a:t>‹Nº›</a:t>
            </a:fld>
            <a:endParaRPr lang="es-ES"/>
          </a:p>
        </p:txBody>
      </p:sp>
    </p:spTree>
    <p:extLst>
      <p:ext uri="{BB962C8B-B14F-4D97-AF65-F5344CB8AC3E}">
        <p14:creationId xmlns:p14="http://schemas.microsoft.com/office/powerpoint/2010/main" val="384150858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lumna 3">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474834" y="1981200"/>
            <a:ext cx="22107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Editar el estilo de texto del patrón</a:t>
            </a:r>
          </a:p>
        </p:txBody>
      </p:sp>
      <p:sp>
        <p:nvSpPr>
          <p:cNvPr id="16" name="Text Placeholder 3"/>
          <p:cNvSpPr>
            <a:spLocks noGrp="1"/>
          </p:cNvSpPr>
          <p:nvPr>
            <p:ph type="body" sz="half" idx="15"/>
          </p:nvPr>
        </p:nvSpPr>
        <p:spPr>
          <a:xfrm>
            <a:off x="489475" y="2667000"/>
            <a:ext cx="219608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Editar el estilo de texto del patrón</a:t>
            </a:r>
          </a:p>
        </p:txBody>
      </p:sp>
      <p:sp>
        <p:nvSpPr>
          <p:cNvPr id="5" name="Text Placeholder 4"/>
          <p:cNvSpPr>
            <a:spLocks noGrp="1"/>
          </p:cNvSpPr>
          <p:nvPr>
            <p:ph type="body" sz="quarter" idx="3"/>
          </p:nvPr>
        </p:nvSpPr>
        <p:spPr>
          <a:xfrm>
            <a:off x="2913504" y="1981200"/>
            <a:ext cx="2202754"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Editar el estilo de texto del patrón</a:t>
            </a:r>
          </a:p>
        </p:txBody>
      </p:sp>
      <p:sp>
        <p:nvSpPr>
          <p:cNvPr id="19" name="Text Placeholder 3"/>
          <p:cNvSpPr>
            <a:spLocks noGrp="1"/>
          </p:cNvSpPr>
          <p:nvPr>
            <p:ph type="body" sz="half" idx="16"/>
          </p:nvPr>
        </p:nvSpPr>
        <p:spPr>
          <a:xfrm>
            <a:off x="2905586" y="2667000"/>
            <a:ext cx="2210671"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Editar el estilo de texto del patrón</a:t>
            </a:r>
          </a:p>
        </p:txBody>
      </p:sp>
      <p:sp>
        <p:nvSpPr>
          <p:cNvPr id="14" name="Text Placeholder 4"/>
          <p:cNvSpPr>
            <a:spLocks noGrp="1"/>
          </p:cNvSpPr>
          <p:nvPr>
            <p:ph type="body" sz="quarter" idx="13"/>
          </p:nvPr>
        </p:nvSpPr>
        <p:spPr>
          <a:xfrm>
            <a:off x="5344917" y="1981200"/>
            <a:ext cx="219965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Editar el estilo de texto del patrón</a:t>
            </a:r>
          </a:p>
        </p:txBody>
      </p:sp>
      <p:sp>
        <p:nvSpPr>
          <p:cNvPr id="20" name="Text Placeholder 3"/>
          <p:cNvSpPr>
            <a:spLocks noGrp="1"/>
          </p:cNvSpPr>
          <p:nvPr>
            <p:ph type="body" sz="half" idx="17"/>
          </p:nvPr>
        </p:nvSpPr>
        <p:spPr>
          <a:xfrm>
            <a:off x="5344917" y="2667000"/>
            <a:ext cx="2199658"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Editar el estilo de texto del patrón</a:t>
            </a:r>
          </a:p>
        </p:txBody>
      </p:sp>
      <p:cxnSp>
        <p:nvCxnSpPr>
          <p:cNvPr id="17" name="Straight Connector 16"/>
          <p:cNvCxnSpPr/>
          <p:nvPr/>
        </p:nvCxnSpPr>
        <p:spPr>
          <a:xfrm>
            <a:off x="2795334"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5223030"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7A847CFC-816F-41D0-AAC0-9BF4FEBC753E}" type="datetimeFigureOut">
              <a:rPr lang="es-ES" smtClean="0"/>
              <a:t>02/09/2026</a:t>
            </a:fld>
            <a:endParaRPr lang="es-ES"/>
          </a:p>
        </p:txBody>
      </p:sp>
      <p:sp>
        <p:nvSpPr>
          <p:cNvPr id="4" name="Footer Placeholder 4"/>
          <p:cNvSpPr>
            <a:spLocks noGrp="1"/>
          </p:cNvSpPr>
          <p:nvPr>
            <p:ph type="ftr" sz="quarter" idx="11"/>
          </p:nvPr>
        </p:nvSpPr>
        <p:spPr/>
        <p:txBody>
          <a:bodyPr/>
          <a:lstStyle/>
          <a:p>
            <a:endParaRPr lang="es-ES"/>
          </a:p>
        </p:txBody>
      </p:sp>
      <p:sp>
        <p:nvSpPr>
          <p:cNvPr id="6" name="Slide Number Placeholder 5"/>
          <p:cNvSpPr>
            <a:spLocks noGrp="1"/>
          </p:cNvSpPr>
          <p:nvPr>
            <p:ph type="sldNum" sz="quarter" idx="12"/>
          </p:nvPr>
        </p:nvSpPr>
        <p:spPr/>
        <p:txBody>
          <a:bodyPr/>
          <a:lstStyle/>
          <a:p>
            <a:fld id="{132FADFE-3B8F-471C-ABF0-DBC7717ECBBC}" type="slidenum">
              <a:rPr lang="es-ES" smtClean="0"/>
              <a:t>‹Nº›</a:t>
            </a:fld>
            <a:endParaRPr lang="es-ES"/>
          </a:p>
        </p:txBody>
      </p:sp>
    </p:spTree>
    <p:extLst>
      <p:ext uri="{BB962C8B-B14F-4D97-AF65-F5344CB8AC3E}">
        <p14:creationId xmlns:p14="http://schemas.microsoft.com/office/powerpoint/2010/main" val="334504612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lumna de imagen 3">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489475" y="4250949"/>
            <a:ext cx="2205612"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Editar el estilo de texto del patrón</a:t>
            </a:r>
          </a:p>
        </p:txBody>
      </p:sp>
      <p:sp>
        <p:nvSpPr>
          <p:cNvPr id="29" name="Picture Placeholder 2"/>
          <p:cNvSpPr>
            <a:spLocks noGrp="1" noChangeAspect="1"/>
          </p:cNvSpPr>
          <p:nvPr>
            <p:ph type="pic" idx="15"/>
          </p:nvPr>
        </p:nvSpPr>
        <p:spPr>
          <a:xfrm>
            <a:off x="489475" y="2209800"/>
            <a:ext cx="2205612"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dirty="0"/>
          </a:p>
        </p:txBody>
      </p:sp>
      <p:sp>
        <p:nvSpPr>
          <p:cNvPr id="22" name="Text Placeholder 3"/>
          <p:cNvSpPr>
            <a:spLocks noGrp="1"/>
          </p:cNvSpPr>
          <p:nvPr>
            <p:ph type="body" sz="half" idx="18"/>
          </p:nvPr>
        </p:nvSpPr>
        <p:spPr>
          <a:xfrm>
            <a:off x="489475" y="4827212"/>
            <a:ext cx="2205612"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Editar el estilo de texto del patrón</a:t>
            </a:r>
          </a:p>
        </p:txBody>
      </p:sp>
      <p:sp>
        <p:nvSpPr>
          <p:cNvPr id="5" name="Text Placeholder 4"/>
          <p:cNvSpPr>
            <a:spLocks noGrp="1"/>
          </p:cNvSpPr>
          <p:nvPr>
            <p:ph type="body" sz="quarter" idx="3"/>
          </p:nvPr>
        </p:nvSpPr>
        <p:spPr>
          <a:xfrm>
            <a:off x="2917792" y="4250949"/>
            <a:ext cx="21984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Editar el estilo de texto del patrón</a:t>
            </a:r>
          </a:p>
        </p:txBody>
      </p:sp>
      <p:sp>
        <p:nvSpPr>
          <p:cNvPr id="30" name="Picture Placeholder 2"/>
          <p:cNvSpPr>
            <a:spLocks noGrp="1" noChangeAspect="1"/>
          </p:cNvSpPr>
          <p:nvPr>
            <p:ph type="pic" idx="21"/>
          </p:nvPr>
        </p:nvSpPr>
        <p:spPr>
          <a:xfrm>
            <a:off x="2917791" y="2209800"/>
            <a:ext cx="2198466"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dirty="0"/>
          </a:p>
        </p:txBody>
      </p:sp>
      <p:sp>
        <p:nvSpPr>
          <p:cNvPr id="23" name="Text Placeholder 3"/>
          <p:cNvSpPr>
            <a:spLocks noGrp="1"/>
          </p:cNvSpPr>
          <p:nvPr>
            <p:ph type="body" sz="half" idx="19"/>
          </p:nvPr>
        </p:nvSpPr>
        <p:spPr>
          <a:xfrm>
            <a:off x="2916776" y="4827211"/>
            <a:ext cx="2201378"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Editar el estilo de texto del patrón</a:t>
            </a:r>
          </a:p>
        </p:txBody>
      </p:sp>
      <p:sp>
        <p:nvSpPr>
          <p:cNvPr id="14" name="Text Placeholder 4"/>
          <p:cNvSpPr>
            <a:spLocks noGrp="1"/>
          </p:cNvSpPr>
          <p:nvPr>
            <p:ph type="body" sz="quarter" idx="13"/>
          </p:nvPr>
        </p:nvSpPr>
        <p:spPr>
          <a:xfrm>
            <a:off x="5344917" y="4250949"/>
            <a:ext cx="219965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Editar el estilo de texto del patrón</a:t>
            </a:r>
          </a:p>
        </p:txBody>
      </p:sp>
      <p:sp>
        <p:nvSpPr>
          <p:cNvPr id="31" name="Picture Placeholder 2"/>
          <p:cNvSpPr>
            <a:spLocks noGrp="1" noChangeAspect="1"/>
          </p:cNvSpPr>
          <p:nvPr>
            <p:ph type="pic" idx="22"/>
          </p:nvPr>
        </p:nvSpPr>
        <p:spPr>
          <a:xfrm>
            <a:off x="5344916" y="2209800"/>
            <a:ext cx="2199658"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dirty="0"/>
          </a:p>
        </p:txBody>
      </p:sp>
      <p:sp>
        <p:nvSpPr>
          <p:cNvPr id="24" name="Text Placeholder 3"/>
          <p:cNvSpPr>
            <a:spLocks noGrp="1"/>
          </p:cNvSpPr>
          <p:nvPr>
            <p:ph type="body" sz="half" idx="20"/>
          </p:nvPr>
        </p:nvSpPr>
        <p:spPr>
          <a:xfrm>
            <a:off x="5344824" y="4827209"/>
            <a:ext cx="2202571"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Editar el estilo de texto del patrón</a:t>
            </a:r>
          </a:p>
        </p:txBody>
      </p:sp>
      <p:cxnSp>
        <p:nvCxnSpPr>
          <p:cNvPr id="19" name="Straight Connector 18"/>
          <p:cNvCxnSpPr/>
          <p:nvPr/>
        </p:nvCxnSpPr>
        <p:spPr>
          <a:xfrm>
            <a:off x="2795334"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5223030"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7A847CFC-816F-41D0-AAC0-9BF4FEBC753E}" type="datetimeFigureOut">
              <a:rPr lang="es-ES" smtClean="0"/>
              <a:t>02/09/2026</a:t>
            </a:fld>
            <a:endParaRPr lang="es-ES"/>
          </a:p>
        </p:txBody>
      </p:sp>
      <p:sp>
        <p:nvSpPr>
          <p:cNvPr id="4" name="Footer Placeholder 4"/>
          <p:cNvSpPr>
            <a:spLocks noGrp="1"/>
          </p:cNvSpPr>
          <p:nvPr>
            <p:ph type="ftr" sz="quarter" idx="11"/>
          </p:nvPr>
        </p:nvSpPr>
        <p:spPr/>
        <p:txBody>
          <a:bodyPr/>
          <a:lstStyle/>
          <a:p>
            <a:endParaRPr lang="es-ES"/>
          </a:p>
        </p:txBody>
      </p:sp>
      <p:sp>
        <p:nvSpPr>
          <p:cNvPr id="6" name="Slide Number Placeholder 5"/>
          <p:cNvSpPr>
            <a:spLocks noGrp="1"/>
          </p:cNvSpPr>
          <p:nvPr>
            <p:ph type="sldNum" sz="quarter" idx="12"/>
          </p:nvPr>
        </p:nvSpPr>
        <p:spPr/>
        <p:txBody>
          <a:bodyPr/>
          <a:lstStyle/>
          <a:p>
            <a:fld id="{132FADFE-3B8F-471C-ABF0-DBC7717ECBBC}" type="slidenum">
              <a:rPr lang="es-ES" smtClean="0"/>
              <a:t>‹Nº›</a:t>
            </a:fld>
            <a:endParaRPr lang="es-ES"/>
          </a:p>
        </p:txBody>
      </p:sp>
    </p:spTree>
    <p:extLst>
      <p:ext uri="{BB962C8B-B14F-4D97-AF65-F5344CB8AC3E}">
        <p14:creationId xmlns:p14="http://schemas.microsoft.com/office/powerpoint/2010/main" val="382183782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nchor="t" anchorCtr="0"/>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7A847CFC-816F-41D0-AAC0-9BF4FEBC753E}" type="datetimeFigureOut">
              <a:rPr lang="es-ES" smtClean="0"/>
              <a:t>02/09/2026</a:t>
            </a:fld>
            <a:endParaRPr lang="es-ES"/>
          </a:p>
        </p:txBody>
      </p:sp>
      <p:sp>
        <p:nvSpPr>
          <p:cNvPr id="5" name="Footer Placeholder 4"/>
          <p:cNvSpPr>
            <a:spLocks noGrp="1"/>
          </p:cNvSpPr>
          <p:nvPr>
            <p:ph type="ftr" sz="quarter" idx="11"/>
          </p:nvPr>
        </p:nvSpPr>
        <p:spPr/>
        <p:txBody>
          <a:bodyPr/>
          <a:lstStyle/>
          <a:p>
            <a:endParaRPr lang="es-ES"/>
          </a:p>
        </p:txBody>
      </p:sp>
      <p:sp>
        <p:nvSpPr>
          <p:cNvPr id="6" name="Slide Number Placeholder 5"/>
          <p:cNvSpPr>
            <a:spLocks noGrp="1"/>
          </p:cNvSpPr>
          <p:nvPr>
            <p:ph type="sldNum" sz="quarter" idx="12"/>
          </p:nvPr>
        </p:nvSpPr>
        <p:spPr/>
        <p:txBody>
          <a:bodyPr/>
          <a:lstStyle/>
          <a:p>
            <a:fld id="{132FADFE-3B8F-471C-ABF0-DBC7717ECBBC}" type="slidenum">
              <a:rPr lang="es-ES" smtClean="0"/>
              <a:t>‹Nº›</a:t>
            </a:fld>
            <a:endParaRPr lang="es-ES"/>
          </a:p>
        </p:txBody>
      </p:sp>
    </p:spTree>
    <p:extLst>
      <p:ext uri="{BB962C8B-B14F-4D97-AF65-F5344CB8AC3E}">
        <p14:creationId xmlns:p14="http://schemas.microsoft.com/office/powerpoint/2010/main" val="170993460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29782" y="430214"/>
            <a:ext cx="1314793" cy="5826125"/>
          </a:xfrm>
        </p:spPr>
        <p:txBody>
          <a:bodyPr vert="eaVert" anchor="b" anchorCtr="0"/>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489475" y="773205"/>
            <a:ext cx="5568812" cy="5483134"/>
          </a:xfrm>
        </p:spPr>
        <p:txBody>
          <a:bodyPr vert="eaVert"/>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7A847CFC-816F-41D0-AAC0-9BF4FEBC753E}" type="datetimeFigureOut">
              <a:rPr lang="es-ES" smtClean="0"/>
              <a:t>02/09/2026</a:t>
            </a:fld>
            <a:endParaRPr lang="es-ES"/>
          </a:p>
        </p:txBody>
      </p:sp>
      <p:sp>
        <p:nvSpPr>
          <p:cNvPr id="5" name="Footer Placeholder 4"/>
          <p:cNvSpPr>
            <a:spLocks noGrp="1"/>
          </p:cNvSpPr>
          <p:nvPr>
            <p:ph type="ftr" sz="quarter" idx="11"/>
          </p:nvPr>
        </p:nvSpPr>
        <p:spPr/>
        <p:txBody>
          <a:bodyPr/>
          <a:lstStyle/>
          <a:p>
            <a:endParaRPr lang="es-ES"/>
          </a:p>
        </p:txBody>
      </p:sp>
      <p:sp>
        <p:nvSpPr>
          <p:cNvPr id="6" name="Slide Number Placeholder 5"/>
          <p:cNvSpPr>
            <a:spLocks noGrp="1"/>
          </p:cNvSpPr>
          <p:nvPr>
            <p:ph type="sldNum" sz="quarter" idx="12"/>
          </p:nvPr>
        </p:nvSpPr>
        <p:spPr/>
        <p:txBody>
          <a:bodyPr/>
          <a:lstStyle/>
          <a:p>
            <a:fld id="{132FADFE-3B8F-471C-ABF0-DBC7717ECBBC}" type="slidenum">
              <a:rPr lang="es-ES" smtClean="0"/>
              <a:t>‹Nº›</a:t>
            </a:fld>
            <a:endParaRPr lang="es-ES"/>
          </a:p>
        </p:txBody>
      </p:sp>
    </p:spTree>
    <p:extLst>
      <p:ext uri="{BB962C8B-B14F-4D97-AF65-F5344CB8AC3E}">
        <p14:creationId xmlns:p14="http://schemas.microsoft.com/office/powerpoint/2010/main" val="167901571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2" name="Oval 21"/>
          <p:cNvSpPr/>
          <p:nvPr/>
        </p:nvSpPr>
        <p:spPr>
          <a:xfrm>
            <a:off x="629943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Oval 22"/>
          <p:cNvSpPr/>
          <p:nvPr/>
        </p:nvSpPr>
        <p:spPr>
          <a:xfrm>
            <a:off x="5689832" y="-457200"/>
            <a:ext cx="1600200" cy="1600200"/>
          </a:xfrm>
          <a:prstGeom prst="ellipse">
            <a:avLst/>
          </a:prstGeom>
          <a:gradFill flip="none" rotWithShape="1">
            <a:gsLst>
              <a:gs pos="0">
                <a:schemeClr val="bg2">
                  <a:lumMod val="60000"/>
                  <a:lumOff val="40000"/>
                  <a:alpha val="14000"/>
                </a:schemeClr>
              </a:gs>
              <a:gs pos="73000">
                <a:schemeClr val="bg2">
                  <a:lumMod val="60000"/>
                  <a:lumOff val="40000"/>
                  <a:alpha val="0"/>
                </a:schemeClr>
              </a:gs>
              <a:gs pos="36000">
                <a:schemeClr val="bg2">
                  <a:lumMod val="60000"/>
                  <a:lumOff val="4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4" name="Oval 23"/>
          <p:cNvSpPr/>
          <p:nvPr/>
        </p:nvSpPr>
        <p:spPr>
          <a:xfrm>
            <a:off x="6299432" y="6096000"/>
            <a:ext cx="990600" cy="990600"/>
          </a:xfrm>
          <a:prstGeom prst="ellipse">
            <a:avLst/>
          </a:prstGeom>
          <a:gradFill flip="none" rotWithShape="1">
            <a:gsLst>
              <a:gs pos="0">
                <a:schemeClr val="bg2">
                  <a:lumMod val="60000"/>
                  <a:lumOff val="40000"/>
                  <a:alpha val="9000"/>
                </a:schemeClr>
              </a:gs>
              <a:gs pos="66000">
                <a:schemeClr val="bg2">
                  <a:lumMod val="60000"/>
                  <a:lumOff val="40000"/>
                  <a:alpha val="0"/>
                </a:schemeClr>
              </a:gs>
              <a:gs pos="36000">
                <a:schemeClr val="bg2">
                  <a:lumMod val="60000"/>
                  <a:lumOff val="40000"/>
                  <a:alpha val="5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153988" y="2667000"/>
            <a:ext cx="4191000" cy="4191000"/>
          </a:xfrm>
          <a:prstGeom prst="ellipse">
            <a:avLst/>
          </a:prstGeom>
          <a:gradFill flip="none" rotWithShape="1">
            <a:gsLst>
              <a:gs pos="0">
                <a:schemeClr val="bg2">
                  <a:lumMod val="60000"/>
                  <a:lumOff val="40000"/>
                  <a:alpha val="11000"/>
                </a:schemeClr>
              </a:gs>
              <a:gs pos="75000">
                <a:schemeClr val="bg2">
                  <a:lumMod val="60000"/>
                  <a:lumOff val="40000"/>
                  <a:alpha val="0"/>
                </a:schemeClr>
              </a:gs>
              <a:gs pos="36000">
                <a:schemeClr val="bg2">
                  <a:lumMod val="60000"/>
                  <a:lumOff val="4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839788" y="2895600"/>
            <a:ext cx="2362200" cy="2362200"/>
          </a:xfrm>
          <a:prstGeom prst="ellipse">
            <a:avLst/>
          </a:prstGeom>
          <a:gradFill flip="none" rotWithShape="1">
            <a:gsLst>
              <a:gs pos="0">
                <a:schemeClr val="bg2">
                  <a:lumMod val="60000"/>
                  <a:lumOff val="40000"/>
                  <a:alpha val="8000"/>
                </a:schemeClr>
              </a:gs>
              <a:gs pos="72000">
                <a:schemeClr val="bg2">
                  <a:lumMod val="60000"/>
                  <a:lumOff val="40000"/>
                  <a:alpha val="0"/>
                </a:schemeClr>
              </a:gs>
              <a:gs pos="36000">
                <a:schemeClr val="bg2">
                  <a:lumMod val="60000"/>
                  <a:lumOff val="4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Rectangle 18"/>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484710" y="452718"/>
            <a:ext cx="7055380" cy="1400530"/>
          </a:xfrm>
          <a:prstGeom prst="rect">
            <a:avLst/>
          </a:prstGeom>
        </p:spPr>
        <p:txBody>
          <a:bodyPr vert="horz" lIns="91440" tIns="45720" rIns="91440" bIns="45720" rtlCol="0" anchor="t">
            <a:no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827700" y="2052925"/>
            <a:ext cx="6711654" cy="4195481"/>
          </a:xfrm>
          <a:prstGeom prst="rect">
            <a:avLst/>
          </a:prstGeom>
        </p:spPr>
        <p:txBody>
          <a:bodyPr vert="horz" lIns="91440" tIns="45720" rIns="91440" bIns="45720" rtlCol="0">
            <a:normAutofit/>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2"/>
          </p:nvPr>
        </p:nvSpPr>
        <p:spPr>
          <a:xfrm rot="5400000">
            <a:off x="7494989" y="1828771"/>
            <a:ext cx="990599" cy="22865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7A847CFC-816F-41D0-AAC0-9BF4FEBC753E}" type="datetimeFigureOut">
              <a:rPr lang="es-ES" smtClean="0"/>
              <a:t>02/09/2026</a:t>
            </a:fld>
            <a:endParaRPr lang="es-ES"/>
          </a:p>
        </p:txBody>
      </p:sp>
      <p:sp>
        <p:nvSpPr>
          <p:cNvPr id="5" name="Footer Placeholder 4"/>
          <p:cNvSpPr>
            <a:spLocks noGrp="1"/>
          </p:cNvSpPr>
          <p:nvPr>
            <p:ph type="ftr" sz="quarter" idx="3"/>
          </p:nvPr>
        </p:nvSpPr>
        <p:spPr>
          <a:xfrm rot="5400000">
            <a:off x="6233335" y="3263371"/>
            <a:ext cx="3859795" cy="228660"/>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s-ES"/>
          </a:p>
        </p:txBody>
      </p:sp>
      <p:sp>
        <p:nvSpPr>
          <p:cNvPr id="6" name="Slide Number Placeholder 5"/>
          <p:cNvSpPr>
            <a:spLocks noGrp="1"/>
          </p:cNvSpPr>
          <p:nvPr>
            <p:ph type="sldNum" sz="quarter" idx="4"/>
          </p:nvPr>
        </p:nvSpPr>
        <p:spPr bwMode="gray">
          <a:xfrm>
            <a:off x="7766431" y="295736"/>
            <a:ext cx="628813" cy="767687"/>
          </a:xfrm>
          <a:prstGeom prst="rect">
            <a:avLst/>
          </a:prstGeom>
        </p:spPr>
        <p:txBody>
          <a:bodyPr vert="horz" lIns="91440" tIns="45720" rIns="91440" bIns="45720" rtlCol="0" anchor="b"/>
          <a:lstStyle>
            <a:lvl1pPr algn="ctr">
              <a:defRPr sz="2801" b="0" i="0">
                <a:solidFill>
                  <a:schemeClr val="tx1">
                    <a:tint val="75000"/>
                  </a:schemeClr>
                </a:solidFill>
              </a:defRPr>
            </a:lvl1pPr>
          </a:lstStyle>
          <a:p>
            <a:fld id="{132FADFE-3B8F-471C-ABF0-DBC7717ECBBC}" type="slidenum">
              <a:rPr lang="es-ES" smtClean="0"/>
              <a:t>‹Nº›</a:t>
            </a:fld>
            <a:endParaRPr lang="es-ES"/>
          </a:p>
        </p:txBody>
      </p:sp>
    </p:spTree>
    <p:extLst>
      <p:ext uri="{BB962C8B-B14F-4D97-AF65-F5344CB8AC3E}">
        <p14:creationId xmlns:p14="http://schemas.microsoft.com/office/powerpoint/2010/main" val="3561060937"/>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l" defTabSz="457207"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6" indent="-342906" algn="l" defTabSz="457207"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62" indent="-285755" algn="l" defTabSz="457207"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20"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27"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34"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14642"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49"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57"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64"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7" rtl="0" eaLnBrk="1" latinLnBrk="0" hangingPunct="1">
        <a:defRPr sz="1800" kern="1200">
          <a:solidFill>
            <a:schemeClr val="tx1"/>
          </a:solidFill>
          <a:latin typeface="+mn-lt"/>
          <a:ea typeface="+mn-ea"/>
          <a:cs typeface="+mn-cs"/>
        </a:defRPr>
      </a:lvl1pPr>
      <a:lvl2pPr marL="457207" algn="l" defTabSz="457207" rtl="0" eaLnBrk="1" latinLnBrk="0" hangingPunct="1">
        <a:defRPr sz="1800" kern="1200">
          <a:solidFill>
            <a:schemeClr val="tx1"/>
          </a:solidFill>
          <a:latin typeface="+mn-lt"/>
          <a:ea typeface="+mn-ea"/>
          <a:cs typeface="+mn-cs"/>
        </a:defRPr>
      </a:lvl2pPr>
      <a:lvl3pPr marL="914415" algn="l" defTabSz="457207" rtl="0" eaLnBrk="1" latinLnBrk="0" hangingPunct="1">
        <a:defRPr sz="1800" kern="1200">
          <a:solidFill>
            <a:schemeClr val="tx1"/>
          </a:solidFill>
          <a:latin typeface="+mn-lt"/>
          <a:ea typeface="+mn-ea"/>
          <a:cs typeface="+mn-cs"/>
        </a:defRPr>
      </a:lvl3pPr>
      <a:lvl4pPr marL="1371622" algn="l" defTabSz="457207" rtl="0" eaLnBrk="1" latinLnBrk="0" hangingPunct="1">
        <a:defRPr sz="1800" kern="1200">
          <a:solidFill>
            <a:schemeClr val="tx1"/>
          </a:solidFill>
          <a:latin typeface="+mn-lt"/>
          <a:ea typeface="+mn-ea"/>
          <a:cs typeface="+mn-cs"/>
        </a:defRPr>
      </a:lvl4pPr>
      <a:lvl5pPr marL="1828831" algn="l" defTabSz="457207" rtl="0" eaLnBrk="1" latinLnBrk="0" hangingPunct="1">
        <a:defRPr sz="1800" kern="1200">
          <a:solidFill>
            <a:schemeClr val="tx1"/>
          </a:solidFill>
          <a:latin typeface="+mn-lt"/>
          <a:ea typeface="+mn-ea"/>
          <a:cs typeface="+mn-cs"/>
        </a:defRPr>
      </a:lvl5pPr>
      <a:lvl6pPr marL="2286038" algn="l" defTabSz="457207" rtl="0" eaLnBrk="1" latinLnBrk="0" hangingPunct="1">
        <a:defRPr sz="1800" kern="1200">
          <a:solidFill>
            <a:schemeClr val="tx1"/>
          </a:solidFill>
          <a:latin typeface="+mn-lt"/>
          <a:ea typeface="+mn-ea"/>
          <a:cs typeface="+mn-cs"/>
        </a:defRPr>
      </a:lvl6pPr>
      <a:lvl7pPr marL="2743246" algn="l" defTabSz="457207" rtl="0" eaLnBrk="1" latinLnBrk="0" hangingPunct="1">
        <a:defRPr sz="1800" kern="1200">
          <a:solidFill>
            <a:schemeClr val="tx1"/>
          </a:solidFill>
          <a:latin typeface="+mn-lt"/>
          <a:ea typeface="+mn-ea"/>
          <a:cs typeface="+mn-cs"/>
        </a:defRPr>
      </a:lvl7pPr>
      <a:lvl8pPr marL="3200453" algn="l" defTabSz="457207" rtl="0" eaLnBrk="1" latinLnBrk="0" hangingPunct="1">
        <a:defRPr sz="1800" kern="1200">
          <a:solidFill>
            <a:schemeClr val="tx1"/>
          </a:solidFill>
          <a:latin typeface="+mn-lt"/>
          <a:ea typeface="+mn-ea"/>
          <a:cs typeface="+mn-cs"/>
        </a:defRPr>
      </a:lvl8pPr>
      <a:lvl9pPr marL="3657661" algn="l" defTabSz="457207"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ítulo 2"/>
          <p:cNvSpPr>
            <a:spLocks noGrp="1"/>
          </p:cNvSpPr>
          <p:nvPr>
            <p:ph type="ctrTitle"/>
          </p:nvPr>
        </p:nvSpPr>
        <p:spPr/>
        <p:txBody>
          <a:bodyPr/>
          <a:lstStyle/>
          <a:p>
            <a:r>
              <a:rPr lang="es-ES" dirty="0"/>
              <a:t>Distocia   de      dinámica</a:t>
            </a:r>
            <a:endParaRPr lang="en-US" dirty="0"/>
          </a:p>
        </p:txBody>
      </p:sp>
      <p:sp>
        <p:nvSpPr>
          <p:cNvPr id="2" name="Freeform 10">
            <a:extLst>
              <a:ext uri="{FF2B5EF4-FFF2-40B4-BE49-F238E27FC236}">
                <a16:creationId xmlns:a16="http://schemas.microsoft.com/office/drawing/2014/main" id="{12E8BE51-F031-4D69-FCF0-26AA1EC2CC41}"/>
              </a:ext>
            </a:extLst>
          </p:cNvPr>
          <p:cNvSpPr/>
          <p:nvPr/>
        </p:nvSpPr>
        <p:spPr>
          <a:xfrm>
            <a:off x="6351438" y="31889"/>
            <a:ext cx="2831824" cy="2831824"/>
          </a:xfrm>
          <a:custGeom>
            <a:avLst/>
            <a:gdLst/>
            <a:ahLst/>
            <a:cxnLst/>
            <a:rect l="l" t="t" r="r" b="b"/>
            <a:pathLst>
              <a:path w="2831824" h="2831824">
                <a:moveTo>
                  <a:pt x="0" y="0"/>
                </a:moveTo>
                <a:lnTo>
                  <a:pt x="2831824" y="0"/>
                </a:lnTo>
                <a:lnTo>
                  <a:pt x="2831824" y="2831825"/>
                </a:lnTo>
                <a:lnTo>
                  <a:pt x="0" y="2831825"/>
                </a:lnTo>
                <a:lnTo>
                  <a:pt x="0" y="0"/>
                </a:lnTo>
                <a:close/>
              </a:path>
            </a:pathLst>
          </a:custGeom>
          <a:blipFill>
            <a:blip r:embed="rId2"/>
            <a:stretch>
              <a:fillRect/>
            </a:stretch>
          </a:blipFill>
        </p:spPr>
        <p:txBody>
          <a:bodyPr/>
          <a:lstStyle/>
          <a:p>
            <a:endParaRPr lang="es-AR"/>
          </a:p>
        </p:txBody>
      </p:sp>
    </p:spTree>
    <p:extLst>
      <p:ext uri="{BB962C8B-B14F-4D97-AF65-F5344CB8AC3E}">
        <p14:creationId xmlns:p14="http://schemas.microsoft.com/office/powerpoint/2010/main" val="73906706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0" y="0"/>
            <a:ext cx="9144000" cy="6858000"/>
          </a:xfrm>
        </p:spPr>
        <p:txBody>
          <a:bodyPr>
            <a:noAutofit/>
          </a:bodyPr>
          <a:lstStyle/>
          <a:p>
            <a:pPr marL="0" indent="0">
              <a:buNone/>
            </a:pPr>
            <a:r>
              <a:rPr lang="es-AR" sz="2000" b="1" dirty="0"/>
              <a:t>  </a:t>
            </a:r>
          </a:p>
          <a:p>
            <a:pPr marL="0" indent="0">
              <a:buNone/>
            </a:pPr>
            <a:endParaRPr lang="es-AR" b="1" dirty="0"/>
          </a:p>
          <a:p>
            <a:pPr marL="0" indent="0">
              <a:buNone/>
            </a:pPr>
            <a:endParaRPr lang="es-AR" sz="2000" b="1" dirty="0"/>
          </a:p>
          <a:p>
            <a:pPr marL="0" indent="0">
              <a:buNone/>
            </a:pPr>
            <a:r>
              <a:rPr lang="es-AR" sz="2000" b="1" dirty="0"/>
              <a:t>son aquéllas producidas por </a:t>
            </a:r>
            <a:r>
              <a:rPr lang="es-AR" sz="2000" b="1" dirty="0">
                <a:solidFill>
                  <a:schemeClr val="tx2">
                    <a:lumMod val="50000"/>
                  </a:schemeClr>
                </a:solidFill>
              </a:rPr>
              <a:t> </a:t>
            </a:r>
            <a:r>
              <a:rPr lang="es-AR" sz="2000" b="1" dirty="0"/>
              <a:t>una actividad uterina defectuosa, ineficaz o inapropiada para conseguir la dilatación cervical y/o el descenso de la presentación interfiriendo en en la normal progresión del parto y en ocasiones pueden producir deterioro del bienestar fetal.</a:t>
            </a:r>
          </a:p>
          <a:p>
            <a:pPr marL="0" indent="0">
              <a:buNone/>
            </a:pPr>
            <a:endParaRPr lang="es-AR" b="1" dirty="0"/>
          </a:p>
          <a:p>
            <a:pPr marL="0" indent="0">
              <a:buNone/>
            </a:pPr>
            <a:endParaRPr lang="es-AR" sz="2000" b="1" dirty="0"/>
          </a:p>
          <a:p>
            <a:pPr marL="0" indent="0">
              <a:buNone/>
            </a:pPr>
            <a:endParaRPr lang="es-AR" sz="2000" b="1" dirty="0"/>
          </a:p>
          <a:p>
            <a:pPr marL="0" indent="0">
              <a:buNone/>
            </a:pPr>
            <a:r>
              <a:rPr lang="es-AR" sz="2000" i="1" dirty="0"/>
              <a:t>• Frecuencia</a:t>
            </a:r>
            <a:r>
              <a:rPr lang="es-AR" sz="2000" dirty="0"/>
              <a:t>: Lo normal es de </a:t>
            </a:r>
            <a:r>
              <a:rPr lang="es-AR" sz="2000" b="1" dirty="0"/>
              <a:t>3-5 cada 10 minutos.</a:t>
            </a:r>
          </a:p>
          <a:p>
            <a:pPr marL="0" indent="0">
              <a:buNone/>
            </a:pPr>
            <a:r>
              <a:rPr lang="es-AR" sz="2000" i="1" dirty="0"/>
              <a:t>           • Intensidad: </a:t>
            </a:r>
            <a:r>
              <a:rPr lang="es-AR" sz="2000" dirty="0"/>
              <a:t>Lo aceptado es de </a:t>
            </a:r>
            <a:r>
              <a:rPr lang="es-AR" sz="2000" b="1" dirty="0"/>
              <a:t>30 a 50 </a:t>
            </a:r>
            <a:r>
              <a:rPr lang="es-AR" sz="2000" b="1" dirty="0" err="1"/>
              <a:t>mmHg</a:t>
            </a:r>
            <a:r>
              <a:rPr lang="es-AR" sz="2000" dirty="0"/>
              <a:t>. </a:t>
            </a:r>
          </a:p>
          <a:p>
            <a:pPr marL="0" indent="0">
              <a:buNone/>
            </a:pPr>
            <a:r>
              <a:rPr lang="es-AR" sz="2000" i="1" dirty="0"/>
              <a:t>                       • Duración: </a:t>
            </a:r>
            <a:r>
              <a:rPr lang="es-AR" sz="2000" dirty="0"/>
              <a:t> Lo normal es </a:t>
            </a:r>
            <a:r>
              <a:rPr lang="es-AR" sz="2000" b="1" dirty="0"/>
              <a:t>entre 30 y 90 segundos.</a:t>
            </a:r>
          </a:p>
          <a:p>
            <a:pPr marL="0" indent="0">
              <a:buNone/>
            </a:pPr>
            <a:r>
              <a:rPr lang="es-AR" sz="2000" i="1" dirty="0"/>
              <a:t>                                   • Tono basal: </a:t>
            </a:r>
            <a:r>
              <a:rPr lang="es-AR" sz="2000" dirty="0"/>
              <a:t> oscila entre </a:t>
            </a:r>
            <a:r>
              <a:rPr lang="es-AR" sz="2000" b="1" dirty="0"/>
              <a:t>8 y 12 </a:t>
            </a:r>
            <a:r>
              <a:rPr lang="es-AR" sz="2000" b="1" dirty="0" err="1"/>
              <a:t>mmHg</a:t>
            </a:r>
            <a:r>
              <a:rPr lang="es-AR" sz="2000" dirty="0"/>
              <a:t>.</a:t>
            </a:r>
          </a:p>
          <a:p>
            <a:pPr marL="0" indent="0">
              <a:buNone/>
            </a:pPr>
            <a:r>
              <a:rPr lang="es-AR" sz="2000" dirty="0"/>
              <a:t> </a:t>
            </a:r>
            <a:endParaRPr lang="es-AR" sz="2000" dirty="0">
              <a:solidFill>
                <a:schemeClr val="tx2">
                  <a:lumMod val="50000"/>
                </a:schemeClr>
              </a:solidFill>
            </a:endParaRPr>
          </a:p>
        </p:txBody>
      </p:sp>
    </p:spTree>
    <p:extLst>
      <p:ext uri="{BB962C8B-B14F-4D97-AF65-F5344CB8AC3E}">
        <p14:creationId xmlns:p14="http://schemas.microsoft.com/office/powerpoint/2010/main" val="37633193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0" y="0"/>
            <a:ext cx="9144000" cy="6858000"/>
          </a:xfrm>
        </p:spPr>
        <p:txBody>
          <a:bodyPr>
            <a:noAutofit/>
          </a:bodyPr>
          <a:lstStyle/>
          <a:p>
            <a:pPr marL="0" indent="0">
              <a:buNone/>
            </a:pPr>
            <a:r>
              <a:rPr lang="es-AR" sz="2400" b="1" dirty="0"/>
              <a:t>HIPODINAMIAS </a:t>
            </a:r>
          </a:p>
          <a:p>
            <a:pPr marL="0" indent="0">
              <a:buNone/>
            </a:pPr>
            <a:r>
              <a:rPr lang="es-AR" sz="2000" dirty="0"/>
              <a:t>se caracterizan por una disminución de la FREC,  INT o TU Este tipo de alteraciones de la DU suelen producirse más frecuentemente durante la</a:t>
            </a:r>
          </a:p>
          <a:p>
            <a:pPr marL="0" indent="0">
              <a:buNone/>
            </a:pPr>
            <a:r>
              <a:rPr lang="es-AR" sz="2000" b="1" dirty="0"/>
              <a:t>fase activa del parto</a:t>
            </a:r>
            <a:r>
              <a:rPr lang="es-AR" sz="2000" dirty="0"/>
              <a:t>, después de que el cuello uterino se ha dilatado más de 4 cm., siendo en este caso llamadas </a:t>
            </a:r>
            <a:r>
              <a:rPr lang="es-AR" sz="2000" b="1" i="1" dirty="0" err="1"/>
              <a:t>hipodinamias</a:t>
            </a:r>
            <a:r>
              <a:rPr lang="es-AR" sz="2000" b="1" i="1" dirty="0"/>
              <a:t> secundarias</a:t>
            </a:r>
            <a:r>
              <a:rPr lang="es-AR" sz="2000" dirty="0"/>
              <a:t>; en estos casos suelen poner de manifiesto un obstáculo al mecanismo normal del parto. </a:t>
            </a:r>
          </a:p>
          <a:p>
            <a:pPr marL="0" indent="0">
              <a:buNone/>
            </a:pPr>
            <a:r>
              <a:rPr lang="es-AR" sz="2000" dirty="0"/>
              <a:t>En otras ocasiones </a:t>
            </a:r>
            <a:r>
              <a:rPr lang="es-AR" sz="2000" i="1" dirty="0"/>
              <a:t>la </a:t>
            </a:r>
            <a:r>
              <a:rPr lang="es-AR" sz="2000" b="1" i="1" dirty="0" err="1"/>
              <a:t>hipodinamia</a:t>
            </a:r>
            <a:r>
              <a:rPr lang="es-AR" sz="2000" b="1" i="1" dirty="0"/>
              <a:t> es primitiva o primaria</a:t>
            </a:r>
            <a:r>
              <a:rPr lang="es-AR" sz="2000" dirty="0"/>
              <a:t>, donde la </a:t>
            </a:r>
            <a:r>
              <a:rPr lang="es-AR" sz="2000" dirty="0" err="1"/>
              <a:t>normosistolia</a:t>
            </a:r>
            <a:r>
              <a:rPr lang="es-AR" sz="2000" dirty="0"/>
              <a:t>  no se consigue en ningún momento.</a:t>
            </a:r>
          </a:p>
          <a:p>
            <a:pPr marL="0" indent="0">
              <a:buNone/>
            </a:pPr>
            <a:r>
              <a:rPr lang="es-AR" sz="2000" dirty="0"/>
              <a:t> En estos casos se mantiene una </a:t>
            </a:r>
            <a:r>
              <a:rPr lang="es-AR" sz="2000" dirty="0" err="1"/>
              <a:t>hiposistolia</a:t>
            </a:r>
            <a:r>
              <a:rPr lang="es-AR" sz="2000" dirty="0"/>
              <a:t> ( propias de la fase prodrómica del parto).</a:t>
            </a:r>
          </a:p>
          <a:p>
            <a:pPr marL="0" indent="0">
              <a:buNone/>
            </a:pPr>
            <a:r>
              <a:rPr lang="es-AR" sz="2000" b="1" dirty="0" err="1"/>
              <a:t>Hipodinamias</a:t>
            </a:r>
            <a:r>
              <a:rPr lang="es-AR" sz="2000" b="1" dirty="0"/>
              <a:t> primarias </a:t>
            </a:r>
            <a:r>
              <a:rPr lang="es-AR" sz="2000" dirty="0"/>
              <a:t> </a:t>
            </a:r>
            <a:r>
              <a:rPr lang="es-AR" sz="2000" b="1" dirty="0"/>
              <a:t>disminución de la </a:t>
            </a:r>
            <a:r>
              <a:rPr lang="es-AR" sz="2000" b="1" i="1" dirty="0"/>
              <a:t>contractilidad y excitabilidad     </a:t>
            </a:r>
            <a:r>
              <a:rPr lang="es-AR" sz="2000" b="1" i="1" dirty="0" err="1"/>
              <a:t>miometrial</a:t>
            </a:r>
            <a:r>
              <a:rPr lang="es-AR" sz="2000" dirty="0"/>
              <a:t>:</a:t>
            </a:r>
          </a:p>
          <a:p>
            <a:pPr marL="0" indent="0">
              <a:buNone/>
            </a:pPr>
            <a:r>
              <a:rPr lang="es-AR" sz="2000" dirty="0"/>
              <a:t>Malformaciones uterinas</a:t>
            </a:r>
            <a:r>
              <a:rPr lang="es-AR" sz="2000" b="1" dirty="0"/>
              <a:t>: útero bicorne, – Miomas y </a:t>
            </a:r>
            <a:r>
              <a:rPr lang="es-AR" sz="2000" b="1" dirty="0" err="1"/>
              <a:t>adenomiosis</a:t>
            </a:r>
            <a:r>
              <a:rPr lang="es-AR" sz="2000" dirty="0"/>
              <a:t>. – Primíparas añosas, grandes multíparas. – Inducción inadecuada. – </a:t>
            </a:r>
            <a:r>
              <a:rPr lang="es-AR" sz="2000" dirty="0" err="1"/>
              <a:t>Espasmolisis</a:t>
            </a:r>
            <a:r>
              <a:rPr lang="es-AR" sz="2000" dirty="0"/>
              <a:t> y analgesia precoz.</a:t>
            </a:r>
          </a:p>
          <a:p>
            <a:pPr marL="0" indent="0">
              <a:buNone/>
            </a:pPr>
            <a:r>
              <a:rPr lang="es-AR" sz="2000" dirty="0"/>
              <a:t>– Excesiva distensión de la fibra muscular uterina (gestación múltiple, </a:t>
            </a:r>
            <a:r>
              <a:rPr lang="es-AR" sz="2000" dirty="0" err="1"/>
              <a:t>polihidramnios</a:t>
            </a:r>
            <a:r>
              <a:rPr lang="es-AR" sz="2000" dirty="0"/>
              <a:t>).</a:t>
            </a:r>
            <a:r>
              <a:rPr lang="es-AR" sz="2000" b="1" i="1" dirty="0"/>
              <a:t> </a:t>
            </a:r>
            <a:r>
              <a:rPr lang="es-AR" sz="2000" b="1" dirty="0"/>
              <a:t>Por disminución del </a:t>
            </a:r>
            <a:r>
              <a:rPr lang="es-AR" sz="2000" b="1" i="1" dirty="0"/>
              <a:t>estímulo contráctil</a:t>
            </a:r>
            <a:r>
              <a:rPr lang="es-AR" sz="2000" i="1" dirty="0"/>
              <a:t>:</a:t>
            </a:r>
          </a:p>
          <a:p>
            <a:pPr marL="0" indent="0" algn="ctr">
              <a:buNone/>
            </a:pPr>
            <a:r>
              <a:rPr lang="es-AR" sz="2000" dirty="0"/>
              <a:t>– Si la </a:t>
            </a:r>
            <a:r>
              <a:rPr lang="es-AR" sz="2000" b="1" dirty="0" err="1"/>
              <a:t>hipodinamia</a:t>
            </a:r>
            <a:r>
              <a:rPr lang="es-AR" sz="2000" b="1" dirty="0"/>
              <a:t> es primitiva </a:t>
            </a:r>
            <a:r>
              <a:rPr lang="es-AR" sz="2000" dirty="0"/>
              <a:t>lo que suele </a:t>
            </a:r>
            <a:r>
              <a:rPr lang="es-AR" sz="2000" i="1" dirty="0"/>
              <a:t>retrasarse es el </a:t>
            </a:r>
            <a:r>
              <a:rPr lang="es-AR" sz="2000" b="1" i="1" dirty="0"/>
              <a:t>inicio  parto</a:t>
            </a:r>
            <a:r>
              <a:rPr lang="es-AR" sz="2000" b="1" dirty="0"/>
              <a:t>.</a:t>
            </a:r>
          </a:p>
          <a:p>
            <a:pPr marL="0" indent="0">
              <a:buNone/>
            </a:pPr>
            <a:endParaRPr lang="es-AR" sz="2000" dirty="0">
              <a:solidFill>
                <a:srgbClr val="C00000"/>
              </a:solidFill>
            </a:endParaRPr>
          </a:p>
          <a:p>
            <a:pPr marL="0" indent="0">
              <a:buNone/>
            </a:pPr>
            <a:r>
              <a:rPr lang="es-AR" sz="2000" b="1" dirty="0">
                <a:solidFill>
                  <a:srgbClr val="C00000"/>
                </a:solidFill>
              </a:rPr>
              <a:t> </a:t>
            </a:r>
            <a:endParaRPr lang="es-AR" sz="2000" dirty="0">
              <a:solidFill>
                <a:srgbClr val="C00000"/>
              </a:solidFill>
            </a:endParaRPr>
          </a:p>
        </p:txBody>
      </p:sp>
    </p:spTree>
    <p:extLst>
      <p:ext uri="{BB962C8B-B14F-4D97-AF65-F5344CB8AC3E}">
        <p14:creationId xmlns:p14="http://schemas.microsoft.com/office/powerpoint/2010/main" val="255376896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0" y="0"/>
            <a:ext cx="9144000" cy="6858000"/>
          </a:xfrm>
        </p:spPr>
        <p:txBody>
          <a:bodyPr>
            <a:normAutofit fontScale="25000" lnSpcReduction="20000"/>
          </a:bodyPr>
          <a:lstStyle/>
          <a:p>
            <a:pPr marL="0" indent="0">
              <a:buNone/>
            </a:pPr>
            <a:r>
              <a:rPr lang="es-AR" b="1" dirty="0"/>
              <a:t> </a:t>
            </a:r>
            <a:r>
              <a:rPr lang="es-AR" sz="8000" b="1" dirty="0" err="1"/>
              <a:t>Hipodinamias</a:t>
            </a:r>
            <a:r>
              <a:rPr lang="es-AR" sz="8000" b="1" dirty="0"/>
              <a:t> secundarias  </a:t>
            </a:r>
            <a:r>
              <a:rPr lang="es-AR" sz="8000" dirty="0"/>
              <a:t>no se trata de una falta de potencia de la fibra muscular uterina, sino de una </a:t>
            </a:r>
            <a:r>
              <a:rPr lang="es-AR" sz="8000" b="1" i="1" dirty="0"/>
              <a:t>fatiga </a:t>
            </a:r>
            <a:r>
              <a:rPr lang="es-AR" sz="8000" b="1" dirty="0"/>
              <a:t>de la misma</a:t>
            </a:r>
            <a:r>
              <a:rPr lang="es-AR" sz="8000" dirty="0"/>
              <a:t>, </a:t>
            </a:r>
          </a:p>
          <a:p>
            <a:pPr marL="0" indent="0">
              <a:buNone/>
            </a:pPr>
            <a:r>
              <a:rPr lang="es-AR" sz="8000" dirty="0"/>
              <a:t>El </a:t>
            </a:r>
            <a:r>
              <a:rPr lang="es-AR" sz="8000" b="1" i="1" dirty="0"/>
              <a:t>resultado clínico </a:t>
            </a:r>
            <a:r>
              <a:rPr lang="es-AR" sz="8000" dirty="0"/>
              <a:t>de una </a:t>
            </a:r>
            <a:r>
              <a:rPr lang="es-AR" sz="8000" dirty="0" err="1"/>
              <a:t>hipodinamia</a:t>
            </a:r>
            <a:r>
              <a:rPr lang="es-AR" sz="8000" dirty="0"/>
              <a:t> que se ha producido tras el comienzo clínico del mismo</a:t>
            </a:r>
            <a:r>
              <a:rPr lang="es-AR" sz="8000" b="1" dirty="0"/>
              <a:t>, es el </a:t>
            </a:r>
            <a:r>
              <a:rPr lang="es-AR" sz="8000" b="1" i="1" dirty="0"/>
              <a:t>aumento de la duración de parto</a:t>
            </a:r>
            <a:r>
              <a:rPr lang="es-AR" sz="8000" dirty="0"/>
              <a:t>. </a:t>
            </a:r>
          </a:p>
          <a:p>
            <a:pPr marL="0" indent="0">
              <a:buNone/>
            </a:pPr>
            <a:r>
              <a:rPr lang="es-AR" sz="8000" dirty="0"/>
              <a:t> </a:t>
            </a:r>
            <a:r>
              <a:rPr lang="es-AR" sz="8000" b="1" i="1" dirty="0"/>
              <a:t>tratamiento</a:t>
            </a:r>
            <a:r>
              <a:rPr lang="es-AR" sz="8000" i="1" dirty="0"/>
              <a:t>;  </a:t>
            </a:r>
            <a:r>
              <a:rPr lang="es-AR" sz="8000" dirty="0"/>
              <a:t>este consistirá en medidas de carácter general, </a:t>
            </a:r>
            <a:r>
              <a:rPr lang="es-AR" sz="8000" dirty="0" err="1"/>
              <a:t>amniotomía</a:t>
            </a:r>
            <a:r>
              <a:rPr lang="es-AR" sz="8000" dirty="0"/>
              <a:t> y administración de </a:t>
            </a:r>
            <a:r>
              <a:rPr lang="es-AR" sz="8000" dirty="0" err="1"/>
              <a:t>oxitocina</a:t>
            </a:r>
            <a:r>
              <a:rPr lang="es-AR" sz="8000" dirty="0"/>
              <a:t>.</a:t>
            </a:r>
          </a:p>
          <a:p>
            <a:pPr marL="0" indent="0">
              <a:buNone/>
            </a:pPr>
            <a:r>
              <a:rPr lang="es-AR" sz="8000" i="1" dirty="0"/>
              <a:t>• Medidas generales</a:t>
            </a:r>
            <a:r>
              <a:rPr lang="es-AR" sz="8000" dirty="0"/>
              <a:t>: contemplan evitar el agotamiento materno.</a:t>
            </a:r>
          </a:p>
          <a:p>
            <a:pPr marL="0" indent="0">
              <a:buNone/>
            </a:pPr>
            <a:r>
              <a:rPr lang="es-AR" sz="8000" dirty="0"/>
              <a:t>– Buena hidratación y aporte energético (vía intravenosa)</a:t>
            </a:r>
          </a:p>
          <a:p>
            <a:pPr marL="0" indent="0">
              <a:buNone/>
            </a:pPr>
            <a:r>
              <a:rPr lang="es-AR" sz="8000" dirty="0"/>
              <a:t>– Sedación moderada y oportuna.</a:t>
            </a:r>
          </a:p>
          <a:p>
            <a:pPr marL="0" indent="0">
              <a:buNone/>
            </a:pPr>
            <a:r>
              <a:rPr lang="es-AR" sz="8000" dirty="0"/>
              <a:t>– Apoyo psicológico del personal.</a:t>
            </a:r>
          </a:p>
          <a:p>
            <a:pPr marL="0" indent="0">
              <a:buNone/>
            </a:pPr>
            <a:r>
              <a:rPr lang="es-AR" sz="8000" dirty="0"/>
              <a:t>– Vaciamiento vesical y rectal (enema). En casos individualizados.</a:t>
            </a:r>
          </a:p>
          <a:p>
            <a:pPr marL="0" indent="0">
              <a:buNone/>
            </a:pPr>
            <a:r>
              <a:rPr lang="es-AR" sz="8000" dirty="0"/>
              <a:t>– Decúbito lateral o posición erecta si las condiciones feto-maternas lo permiten.</a:t>
            </a:r>
          </a:p>
          <a:p>
            <a:pPr marL="0" indent="0">
              <a:buNone/>
            </a:pPr>
            <a:r>
              <a:rPr lang="es-AR" sz="8000" i="1" dirty="0"/>
              <a:t>• </a:t>
            </a:r>
            <a:r>
              <a:rPr lang="es-AR" sz="8000" i="1" dirty="0" err="1"/>
              <a:t>Amniotomía</a:t>
            </a:r>
            <a:r>
              <a:rPr lang="es-AR" sz="8000" dirty="0"/>
              <a:t>: es una medida muy eficaz tanto para aumentar la frecuencia como la intensidad de las contracciones uterinas.</a:t>
            </a:r>
          </a:p>
          <a:p>
            <a:pPr marL="0" indent="0">
              <a:buNone/>
            </a:pPr>
            <a:r>
              <a:rPr lang="es-AR" sz="8000" i="1" dirty="0"/>
              <a:t>• Administración de </a:t>
            </a:r>
            <a:r>
              <a:rPr lang="es-AR" sz="8000" i="1" dirty="0" err="1"/>
              <a:t>oxitocina</a:t>
            </a:r>
            <a:r>
              <a:rPr lang="es-AR" sz="8000" dirty="0"/>
              <a:t>: se administrará en perfusión intravenosa continua a un ritmo determinado.</a:t>
            </a:r>
          </a:p>
          <a:p>
            <a:pPr marL="0" indent="0" algn="ctr">
              <a:buNone/>
            </a:pPr>
            <a:r>
              <a:rPr lang="es-AR" sz="8000" dirty="0"/>
              <a:t> </a:t>
            </a:r>
            <a:r>
              <a:rPr lang="es-AR" sz="8000" b="1" dirty="0"/>
              <a:t>Se puede utilizar una solución de 5 U.I de </a:t>
            </a:r>
            <a:r>
              <a:rPr lang="es-AR" sz="8000" b="1" dirty="0" err="1"/>
              <a:t>oxitocina</a:t>
            </a:r>
            <a:r>
              <a:rPr lang="es-AR" sz="8000" b="1" dirty="0"/>
              <a:t> en 500 ml. de suero glucosado al 5%, comenzándose a un ritmo de 2mU/min</a:t>
            </a:r>
            <a:r>
              <a:rPr lang="es-AR" sz="8000" dirty="0"/>
              <a:t>, aumentado la dosificación hasta alcanzar una dinámica útil. </a:t>
            </a:r>
          </a:p>
          <a:p>
            <a:pPr marL="0" indent="0">
              <a:buNone/>
            </a:pPr>
            <a:r>
              <a:rPr lang="es-AR" sz="8000" b="1" dirty="0"/>
              <a:t>Usar siempre bombas de infusión</a:t>
            </a:r>
            <a:r>
              <a:rPr lang="es-AR" sz="8000" dirty="0"/>
              <a:t>. Debe recordarse que la respuesta a la </a:t>
            </a:r>
            <a:r>
              <a:rPr lang="es-AR" sz="8000" dirty="0" err="1"/>
              <a:t>oxitocina</a:t>
            </a:r>
            <a:r>
              <a:rPr lang="es-AR" sz="8000" dirty="0"/>
              <a:t> es variable e impredecible de una mujer a otra.</a:t>
            </a:r>
          </a:p>
          <a:p>
            <a:pPr marL="0" indent="0">
              <a:buNone/>
            </a:pPr>
            <a:r>
              <a:rPr lang="es-AR" sz="8000" dirty="0"/>
              <a:t> </a:t>
            </a:r>
          </a:p>
        </p:txBody>
      </p:sp>
    </p:spTree>
    <p:extLst>
      <p:ext uri="{BB962C8B-B14F-4D97-AF65-F5344CB8AC3E}">
        <p14:creationId xmlns:p14="http://schemas.microsoft.com/office/powerpoint/2010/main" val="50588361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0" y="0"/>
            <a:ext cx="9144000" cy="6858000"/>
          </a:xfrm>
        </p:spPr>
        <p:txBody>
          <a:bodyPr>
            <a:normAutofit fontScale="25000" lnSpcReduction="20000"/>
          </a:bodyPr>
          <a:lstStyle/>
          <a:p>
            <a:pPr marL="0" indent="0">
              <a:buNone/>
            </a:pPr>
            <a:r>
              <a:rPr lang="es-AR" sz="9600" b="1" dirty="0"/>
              <a:t>HIPERDINAMIAS </a:t>
            </a:r>
            <a:r>
              <a:rPr lang="es-AR" sz="8000" dirty="0"/>
              <a:t>Como hemos dicho, son trastornos de la DU por exceso, pero que paradójicamente en </a:t>
            </a:r>
            <a:r>
              <a:rPr lang="es-AR" sz="8000" i="1" dirty="0"/>
              <a:t>algunos casos conducirá a un parto prolongado</a:t>
            </a:r>
            <a:r>
              <a:rPr lang="es-AR" sz="8000" dirty="0"/>
              <a:t>, porque esta dinámica frecuentemente es excesiva pero inefectiva.</a:t>
            </a:r>
          </a:p>
          <a:p>
            <a:pPr marL="0" indent="0">
              <a:buNone/>
            </a:pPr>
            <a:r>
              <a:rPr lang="es-AR" sz="8000" b="1" dirty="0" err="1"/>
              <a:t>Hiperdinamia</a:t>
            </a:r>
            <a:r>
              <a:rPr lang="es-AR" sz="8000" b="1" dirty="0"/>
              <a:t> primaria</a:t>
            </a:r>
          </a:p>
          <a:p>
            <a:pPr marL="0" indent="0">
              <a:buNone/>
            </a:pPr>
            <a:r>
              <a:rPr lang="es-AR" sz="8000" dirty="0"/>
              <a:t>– Hiperfunción de los mediadores bioquímicos del </a:t>
            </a:r>
            <a:r>
              <a:rPr lang="es-AR" sz="8000" dirty="0" err="1"/>
              <a:t>miometrio</a:t>
            </a:r>
            <a:r>
              <a:rPr lang="es-AR" sz="8000" dirty="0"/>
              <a:t> (</a:t>
            </a:r>
            <a:r>
              <a:rPr lang="es-AR" sz="8000" dirty="0" err="1"/>
              <a:t>hipersistolia</a:t>
            </a:r>
            <a:r>
              <a:rPr lang="es-AR" sz="8000" dirty="0"/>
              <a:t>)</a:t>
            </a:r>
          </a:p>
          <a:p>
            <a:pPr marL="0" indent="0">
              <a:buNone/>
            </a:pPr>
            <a:r>
              <a:rPr lang="es-AR" sz="8000" dirty="0"/>
              <a:t>– Aumento de la excitabilidad de la fibra muscular uterina, por </a:t>
            </a:r>
            <a:r>
              <a:rPr lang="es-AR" sz="8000" dirty="0" err="1"/>
              <a:t>sobredistensión</a:t>
            </a:r>
            <a:r>
              <a:rPr lang="es-AR" sz="8000" dirty="0"/>
              <a:t> de la misma (embarazo múltiple, </a:t>
            </a:r>
            <a:r>
              <a:rPr lang="es-AR" sz="8000" dirty="0" err="1"/>
              <a:t>polihidramnios</a:t>
            </a:r>
            <a:r>
              <a:rPr lang="es-AR" sz="8000" dirty="0"/>
              <a:t>) </a:t>
            </a:r>
          </a:p>
          <a:p>
            <a:pPr marL="0" indent="0">
              <a:buNone/>
            </a:pPr>
            <a:endParaRPr lang="es-AR" sz="8000" dirty="0"/>
          </a:p>
          <a:p>
            <a:pPr marL="0" indent="0">
              <a:buNone/>
            </a:pPr>
            <a:r>
              <a:rPr lang="es-AR" sz="8000" b="1" dirty="0" err="1"/>
              <a:t>Hiperdinamia</a:t>
            </a:r>
            <a:r>
              <a:rPr lang="es-AR" sz="8000" b="1" dirty="0"/>
              <a:t> secundaria</a:t>
            </a:r>
          </a:p>
          <a:p>
            <a:pPr marL="0" indent="0">
              <a:buNone/>
            </a:pPr>
            <a:r>
              <a:rPr lang="es-AR" sz="8000" dirty="0"/>
              <a:t>Generalmente causadas por: </a:t>
            </a:r>
            <a:r>
              <a:rPr lang="es-AR" sz="8000" b="1" i="1" dirty="0"/>
              <a:t>obstáculos mecánicos </a:t>
            </a:r>
            <a:r>
              <a:rPr lang="es-AR" sz="8000" dirty="0"/>
              <a:t>a la normal progresión del parto, que originan una dinámica de lucha que trata de vencer el obstáculo.</a:t>
            </a:r>
          </a:p>
          <a:p>
            <a:pPr marL="0" indent="0">
              <a:buNone/>
            </a:pPr>
            <a:r>
              <a:rPr lang="es-AR" sz="8000" b="1" i="1" dirty="0"/>
              <a:t>dosis inadecuadas de </a:t>
            </a:r>
            <a:r>
              <a:rPr lang="es-AR" sz="8000" b="1" i="1" dirty="0" err="1"/>
              <a:t>oxitocina</a:t>
            </a:r>
            <a:r>
              <a:rPr lang="es-AR" sz="8000" b="1" i="1" dirty="0"/>
              <a:t> o prostaglandinas</a:t>
            </a:r>
            <a:r>
              <a:rPr lang="es-AR" sz="8000" dirty="0"/>
              <a:t>. Mención aparte para la prostaglandina E1 (</a:t>
            </a:r>
            <a:r>
              <a:rPr lang="es-AR" sz="8000" dirty="0" err="1"/>
              <a:t>misoprostol</a:t>
            </a:r>
            <a:r>
              <a:rPr lang="es-AR" sz="8000" dirty="0"/>
              <a:t>) cuya utilización obstétrica aún no está aprobada, la cual tiene una alta incidencia de </a:t>
            </a:r>
            <a:r>
              <a:rPr lang="es-AR" sz="8000" dirty="0" err="1"/>
              <a:t>hiperestimulación</a:t>
            </a:r>
            <a:r>
              <a:rPr lang="es-AR" sz="8000" dirty="0"/>
              <a:t> uterina.</a:t>
            </a:r>
          </a:p>
          <a:p>
            <a:pPr marL="0" indent="0">
              <a:buNone/>
            </a:pPr>
            <a:r>
              <a:rPr lang="pt-BR" sz="8000" dirty="0" err="1"/>
              <a:t>Clínicamente</a:t>
            </a:r>
            <a:r>
              <a:rPr lang="pt-BR" sz="8000" dirty="0"/>
              <a:t> podemos distinguir 2 formas de </a:t>
            </a:r>
            <a:r>
              <a:rPr lang="pt-BR" sz="8000" dirty="0" err="1"/>
              <a:t>hiperdinamia</a:t>
            </a:r>
            <a:r>
              <a:rPr lang="pt-BR" sz="8000" dirty="0"/>
              <a:t>, </a:t>
            </a:r>
            <a:r>
              <a:rPr lang="es-AR" sz="8000" dirty="0"/>
              <a:t>según se acompañen o no de hipertonía (esta última puede ser leve 13-20 </a:t>
            </a:r>
            <a:r>
              <a:rPr lang="es-AR" sz="8000" dirty="0" err="1"/>
              <a:t>mmHg</a:t>
            </a:r>
            <a:r>
              <a:rPr lang="es-AR" sz="8000" dirty="0"/>
              <a:t>, moderada 20-30 </a:t>
            </a:r>
            <a:r>
              <a:rPr lang="es-AR" sz="8000" dirty="0" err="1"/>
              <a:t>mmHg</a:t>
            </a:r>
            <a:r>
              <a:rPr lang="es-AR" sz="8000" dirty="0"/>
              <a:t>., severa &gt;30 </a:t>
            </a:r>
            <a:r>
              <a:rPr lang="es-AR" sz="8000" dirty="0" err="1"/>
              <a:t>mmHg</a:t>
            </a:r>
            <a:r>
              <a:rPr lang="es-AR" sz="8000" dirty="0"/>
              <a:t>. de tono basal):</a:t>
            </a:r>
          </a:p>
          <a:p>
            <a:pPr marL="0" indent="0">
              <a:buNone/>
            </a:pPr>
            <a:endParaRPr lang="es-AR" sz="8000" dirty="0"/>
          </a:p>
        </p:txBody>
      </p:sp>
    </p:spTree>
    <p:extLst>
      <p:ext uri="{BB962C8B-B14F-4D97-AF65-F5344CB8AC3E}">
        <p14:creationId xmlns:p14="http://schemas.microsoft.com/office/powerpoint/2010/main" val="160464867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0" y="0"/>
            <a:ext cx="9144000" cy="6858000"/>
          </a:xfrm>
        </p:spPr>
        <p:txBody>
          <a:bodyPr>
            <a:normAutofit fontScale="25000" lnSpcReduction="20000"/>
          </a:bodyPr>
          <a:lstStyle/>
          <a:p>
            <a:pPr marL="0" indent="0">
              <a:buNone/>
            </a:pPr>
            <a:r>
              <a:rPr lang="es-AR" sz="8000" b="1" dirty="0"/>
              <a:t>– </a:t>
            </a:r>
            <a:r>
              <a:rPr lang="es-AR" sz="8000" b="1" i="1" dirty="0" err="1"/>
              <a:t>Hiperdinamia</a:t>
            </a:r>
            <a:r>
              <a:rPr lang="es-AR" sz="8000" b="1" i="1" dirty="0"/>
              <a:t> sin hipertonía</a:t>
            </a:r>
            <a:r>
              <a:rPr lang="es-AR" sz="8000" dirty="0"/>
              <a:t>: la actividad contráctil por encima de los valores normales posee una gran efectividad y puede originar un parto que progresa muy rápidamente (parto precipitado). Aumenta las posibilidades de complicaciones feto-maternas como riesgo de pérdida de bienestar fetal por hipoxia, desgarros de canal blando, desprendimiento de placenta e hipotonías postparto. “</a:t>
            </a:r>
            <a:r>
              <a:rPr lang="es-AR" sz="8000" i="1" dirty="0"/>
              <a:t>El útero que se contrae con una gran fuerza antes del parto, probablemente sea hipotónico después de él, presentando como consecuencia, hemorragia que parte de la zona de implantación de la placenta</a:t>
            </a:r>
            <a:r>
              <a:rPr lang="es-AR" sz="8000" dirty="0"/>
              <a:t>”.</a:t>
            </a:r>
          </a:p>
          <a:p>
            <a:pPr marL="0" indent="0">
              <a:buNone/>
            </a:pPr>
            <a:r>
              <a:rPr lang="es-AR" sz="8000" dirty="0"/>
              <a:t>– </a:t>
            </a:r>
            <a:r>
              <a:rPr lang="es-AR" sz="8000" b="1" i="1" dirty="0" err="1"/>
              <a:t>Hiperdinamia</a:t>
            </a:r>
            <a:r>
              <a:rPr lang="es-AR" sz="8000" b="1" i="1" dirty="0"/>
              <a:t> con hipertonía</a:t>
            </a:r>
            <a:r>
              <a:rPr lang="es-AR" sz="8000" dirty="0"/>
              <a:t>: la actividad contráctil eficaz  está alterada. Con ello </a:t>
            </a:r>
            <a:r>
              <a:rPr lang="es-AR" sz="8000" b="1" dirty="0"/>
              <a:t>aumenta el riesgo de pérdida de bienestar fetal </a:t>
            </a:r>
            <a:r>
              <a:rPr lang="es-AR" sz="8000" dirty="0"/>
              <a:t>(por disminución mantenida del flujo sanguíneo en el espacio </a:t>
            </a:r>
            <a:r>
              <a:rPr lang="es-AR" sz="8000" dirty="0" err="1"/>
              <a:t>intervelloso</a:t>
            </a:r>
            <a:r>
              <a:rPr lang="es-AR" sz="8000" dirty="0"/>
              <a:t>), de </a:t>
            </a:r>
            <a:r>
              <a:rPr lang="es-AR" sz="8000" b="1" dirty="0"/>
              <a:t>desprendimiento de placenta e incluso de rotura uterina.</a:t>
            </a:r>
          </a:p>
          <a:p>
            <a:pPr marL="0" indent="0">
              <a:buNone/>
            </a:pPr>
            <a:r>
              <a:rPr lang="es-AR" sz="8000" dirty="0"/>
              <a:t>En cuanto al </a:t>
            </a:r>
            <a:r>
              <a:rPr lang="es-AR" sz="8000" i="1" dirty="0"/>
              <a:t>tratamiento </a:t>
            </a:r>
            <a:r>
              <a:rPr lang="es-AR" sz="8000" dirty="0"/>
              <a:t>existen varias medidas a tener en cuenta:</a:t>
            </a:r>
          </a:p>
          <a:p>
            <a:pPr marL="0" indent="0">
              <a:buNone/>
            </a:pPr>
            <a:r>
              <a:rPr lang="es-AR" sz="8000" dirty="0"/>
              <a:t>– Colocación de la paciente en </a:t>
            </a:r>
            <a:r>
              <a:rPr lang="es-AR" sz="8000" b="1" dirty="0" err="1"/>
              <a:t>DLIzq</a:t>
            </a:r>
            <a:r>
              <a:rPr lang="es-AR" sz="8000" dirty="0"/>
              <a:t>, lo cual espacia las contracciones y disminuye el tono basal.</a:t>
            </a:r>
          </a:p>
          <a:p>
            <a:pPr marL="0" indent="0">
              <a:buNone/>
            </a:pPr>
            <a:r>
              <a:rPr lang="es-AR" sz="8000" dirty="0"/>
              <a:t>– </a:t>
            </a:r>
            <a:r>
              <a:rPr lang="es-AR" sz="8000" b="1" i="1" dirty="0" err="1"/>
              <a:t>Amniotomía</a:t>
            </a:r>
            <a:r>
              <a:rPr lang="es-AR" sz="8000" dirty="0"/>
              <a:t>: si se dan las condiciones adecuadas, contribuye a la coordinación de la dinámica y la eficacia de las mismas.</a:t>
            </a:r>
          </a:p>
          <a:p>
            <a:pPr marL="0" indent="0">
              <a:buNone/>
            </a:pPr>
            <a:r>
              <a:rPr lang="es-AR" sz="8000" b="1" dirty="0"/>
              <a:t>– </a:t>
            </a:r>
            <a:r>
              <a:rPr lang="es-AR" sz="8000" b="1" i="1" dirty="0"/>
              <a:t>Regulación o supresión de fármacos </a:t>
            </a:r>
            <a:r>
              <a:rPr lang="es-AR" sz="8000" b="1" dirty="0" err="1"/>
              <a:t>uteroestimuladores</a:t>
            </a:r>
            <a:r>
              <a:rPr lang="es-AR" sz="8000" b="1" dirty="0"/>
              <a:t> </a:t>
            </a:r>
            <a:r>
              <a:rPr lang="es-AR" sz="8000" dirty="0"/>
              <a:t>(</a:t>
            </a:r>
            <a:r>
              <a:rPr lang="es-AR" sz="8000" dirty="0" err="1"/>
              <a:t>oxitocina</a:t>
            </a:r>
            <a:r>
              <a:rPr lang="es-AR" sz="8000" dirty="0"/>
              <a:t>, prostaglandinas).</a:t>
            </a:r>
          </a:p>
          <a:p>
            <a:pPr marL="0" indent="0">
              <a:buNone/>
            </a:pPr>
            <a:r>
              <a:rPr lang="es-AR" sz="8000" b="1" dirty="0"/>
              <a:t>– </a:t>
            </a:r>
            <a:r>
              <a:rPr lang="es-AR" sz="8000" b="1" i="1" dirty="0" err="1"/>
              <a:t>Úteroinhibidores</a:t>
            </a:r>
            <a:r>
              <a:rPr lang="es-AR" sz="8000" b="1" i="1" dirty="0"/>
              <a:t> </a:t>
            </a:r>
            <a:r>
              <a:rPr lang="es-AR" sz="8000" dirty="0"/>
              <a:t>cuando las medidas anteriores no sean suficientes:</a:t>
            </a:r>
          </a:p>
          <a:p>
            <a:pPr marL="0" indent="0">
              <a:buNone/>
            </a:pPr>
            <a:r>
              <a:rPr lang="el-GR" sz="8000" dirty="0"/>
              <a:t>• β-</a:t>
            </a:r>
            <a:r>
              <a:rPr lang="es-AR" sz="8000" dirty="0"/>
              <a:t>Adrenérgicos: </a:t>
            </a:r>
            <a:r>
              <a:rPr lang="pt-BR" sz="8000" dirty="0"/>
              <a:t>– </a:t>
            </a:r>
            <a:r>
              <a:rPr lang="pt-BR" sz="8000" dirty="0" err="1"/>
              <a:t>Ritodrine</a:t>
            </a:r>
            <a:r>
              <a:rPr lang="pt-BR" sz="8000" dirty="0"/>
              <a:t> </a:t>
            </a:r>
            <a:r>
              <a:rPr lang="es-AR" sz="8000" dirty="0"/>
              <a:t>• Inhibidores de la síntesis de </a:t>
            </a:r>
            <a:r>
              <a:rPr lang="es-AR" sz="8000" dirty="0" err="1"/>
              <a:t>prosta</a:t>
            </a:r>
            <a:r>
              <a:rPr lang="es-AR" sz="8000" dirty="0"/>
              <a:t>: </a:t>
            </a:r>
            <a:r>
              <a:rPr lang="es-AR" sz="8000" dirty="0" err="1"/>
              <a:t>Indometacina</a:t>
            </a:r>
            <a:endParaRPr lang="es-AR" sz="8000" dirty="0"/>
          </a:p>
          <a:p>
            <a:pPr marL="0" indent="0">
              <a:buNone/>
            </a:pPr>
            <a:endParaRPr lang="es-AR" sz="8000" dirty="0">
              <a:solidFill>
                <a:srgbClr val="C00000"/>
              </a:solidFill>
            </a:endParaRPr>
          </a:p>
        </p:txBody>
      </p:sp>
    </p:spTree>
    <p:extLst>
      <p:ext uri="{BB962C8B-B14F-4D97-AF65-F5344CB8AC3E}">
        <p14:creationId xmlns:p14="http://schemas.microsoft.com/office/powerpoint/2010/main" val="241695772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0" y="0"/>
            <a:ext cx="9144000" cy="6858000"/>
          </a:xfrm>
        </p:spPr>
        <p:txBody>
          <a:bodyPr>
            <a:noAutofit/>
          </a:bodyPr>
          <a:lstStyle/>
          <a:p>
            <a:pPr marL="0" indent="0">
              <a:buNone/>
            </a:pPr>
            <a:r>
              <a:rPr lang="es-AR" sz="2000" b="1" dirty="0"/>
              <a:t>DISDINAMIAS </a:t>
            </a:r>
            <a:r>
              <a:rPr lang="es-AR" sz="2000" dirty="0"/>
              <a:t>  se pueden definir como </a:t>
            </a:r>
            <a:r>
              <a:rPr lang="es-AR" sz="2000" b="1" dirty="0"/>
              <a:t>alteraciones de la coordinación y regularidad </a:t>
            </a:r>
            <a:r>
              <a:rPr lang="es-AR" sz="2000" dirty="0"/>
              <a:t>de la contracción uterina.</a:t>
            </a:r>
          </a:p>
          <a:p>
            <a:pPr marL="0" indent="0">
              <a:buNone/>
            </a:pPr>
            <a:endParaRPr lang="es-AR" sz="2000" dirty="0"/>
          </a:p>
          <a:p>
            <a:pPr marL="0" indent="0">
              <a:buNone/>
            </a:pPr>
            <a:r>
              <a:rPr lang="es-AR" sz="2400" dirty="0"/>
              <a:t>Dificultad en el mantenimiento del </a:t>
            </a:r>
            <a:r>
              <a:rPr lang="es-AR" sz="2400" i="1" dirty="0"/>
              <a:t>triple gradiente de la contracción uterina</a:t>
            </a:r>
            <a:r>
              <a:rPr lang="es-AR" sz="2400" dirty="0"/>
              <a:t>, de forma que una contracción uterina no es homogénea ni simultánea en todas sus partes. La contracción se origina en el ángulo </a:t>
            </a:r>
            <a:r>
              <a:rPr lang="es-AR" sz="2400" dirty="0" err="1"/>
              <a:t>tubárico</a:t>
            </a:r>
            <a:r>
              <a:rPr lang="es-AR" sz="2400" dirty="0"/>
              <a:t> de útero y desde allí desciende hasta el cuello, de tal manera que las contracciones en el fondo uterino son más fuertes, más duraderas y comienzan antes que en las partes más inferiores.</a:t>
            </a:r>
          </a:p>
          <a:p>
            <a:pPr marL="0" indent="0">
              <a:buNone/>
            </a:pPr>
            <a:r>
              <a:rPr lang="es-AR" sz="2400" dirty="0"/>
              <a:t>Esta característica del triple gradiente de la contracción uterina sólo ocurre en el útero maduro, y es consecuencia de un lento trabajo de preparación para el parto. Así durante el embarazo la onda contráctil puede originarse en cualquier punto de útero y no tiene que seguir obligatoriamente una dirección determinada como en el momento del parto.</a:t>
            </a:r>
          </a:p>
        </p:txBody>
      </p:sp>
    </p:spTree>
    <p:extLst>
      <p:ext uri="{BB962C8B-B14F-4D97-AF65-F5344CB8AC3E}">
        <p14:creationId xmlns:p14="http://schemas.microsoft.com/office/powerpoint/2010/main" val="184174309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1 Título"/>
          <p:cNvSpPr>
            <a:spLocks noGrp="1"/>
          </p:cNvSpPr>
          <p:nvPr>
            <p:ph idx="1"/>
          </p:nvPr>
        </p:nvSpPr>
        <p:spPr>
          <a:xfrm>
            <a:off x="0" y="0"/>
            <a:ext cx="9144000" cy="6858000"/>
          </a:xfrm>
        </p:spPr>
        <p:txBody>
          <a:bodyPr>
            <a:noAutofit/>
          </a:bodyPr>
          <a:lstStyle/>
          <a:p>
            <a:pPr marL="0" indent="0">
              <a:buNone/>
            </a:pPr>
            <a:r>
              <a:rPr lang="es-AR" sz="2000" dirty="0"/>
              <a:t>Podemos distinguir dentro de las </a:t>
            </a:r>
            <a:r>
              <a:rPr lang="es-AR" sz="2000" dirty="0" err="1"/>
              <a:t>disdinamias</a:t>
            </a:r>
            <a:r>
              <a:rPr lang="es-AR" sz="2000" dirty="0"/>
              <a:t>:</a:t>
            </a:r>
          </a:p>
          <a:p>
            <a:pPr marL="0" indent="0">
              <a:buNone/>
            </a:pPr>
            <a:r>
              <a:rPr lang="es-AR" sz="2000" i="1" dirty="0"/>
              <a:t>– </a:t>
            </a:r>
            <a:r>
              <a:rPr lang="es-AR" sz="2000" b="1" i="1" dirty="0"/>
              <a:t>Ondas anormales generalizadas o inversión del triple gradiente</a:t>
            </a:r>
            <a:r>
              <a:rPr lang="es-AR" sz="2000" i="1" dirty="0"/>
              <a:t>: </a:t>
            </a:r>
            <a:r>
              <a:rPr lang="es-AR" sz="2000" dirty="0"/>
              <a:t>en este caso las contracciones se originan en las porciones más inferiores del útero produciéndose</a:t>
            </a:r>
          </a:p>
          <a:p>
            <a:pPr marL="0" indent="0">
              <a:buNone/>
            </a:pPr>
            <a:r>
              <a:rPr lang="es-AR" sz="2000" dirty="0"/>
              <a:t>una inversión del triple gradiente de tal forma que la contracción es más fuerte, más precoz y más duradera en el segmento inferior que en el fondo uterino.</a:t>
            </a:r>
          </a:p>
          <a:p>
            <a:pPr marL="0" indent="0">
              <a:buNone/>
            </a:pPr>
            <a:r>
              <a:rPr lang="es-AR" sz="2000" dirty="0"/>
              <a:t>La inversión del triple gradiente puede ser total o parcial. En la inversión total el parto no puede progresar ni en dilatación ni en descenso de la presentación, existiendo el riego de dinámica de lucha, hipertonía, SF e incluso rotura uterina.</a:t>
            </a:r>
          </a:p>
          <a:p>
            <a:pPr marL="0" indent="0">
              <a:buNone/>
            </a:pPr>
            <a:r>
              <a:rPr lang="es-AR" sz="2000" dirty="0"/>
              <a:t> </a:t>
            </a:r>
            <a:r>
              <a:rPr lang="es-AR" sz="2000" i="1" dirty="0"/>
              <a:t>El diagnóstico es clínico</a:t>
            </a:r>
            <a:r>
              <a:rPr lang="es-AR" sz="2000" dirty="0"/>
              <a:t>, mediante la observación de la ausencia de progresión del parto y a veces por la percepción clínica bimanual de que la contracción se </a:t>
            </a:r>
            <a:r>
              <a:rPr lang="es-AR" sz="2000" dirty="0" err="1"/>
              <a:t>propagaen</a:t>
            </a:r>
            <a:r>
              <a:rPr lang="es-AR" sz="2000" dirty="0"/>
              <a:t> dirección inversa. Esto es difícil de realizar. La descripción del triple gradiente se realizó por </a:t>
            </a:r>
            <a:r>
              <a:rPr lang="es-AR" sz="2000" dirty="0" err="1"/>
              <a:t>Caldeyro</a:t>
            </a:r>
            <a:r>
              <a:rPr lang="es-AR" sz="2000" dirty="0"/>
              <a:t>-Barcia hace ya varias décadas con electrodos </a:t>
            </a:r>
            <a:r>
              <a:rPr lang="es-AR" sz="2000" dirty="0" err="1"/>
              <a:t>intramurales</a:t>
            </a:r>
            <a:r>
              <a:rPr lang="es-AR" sz="2000" dirty="0"/>
              <a:t>, que no tienen hoy en día uso clínico.</a:t>
            </a:r>
          </a:p>
          <a:p>
            <a:pPr marL="0" indent="0">
              <a:buNone/>
            </a:pPr>
            <a:r>
              <a:rPr lang="es-AR" sz="2000" i="1" dirty="0"/>
              <a:t>– </a:t>
            </a:r>
            <a:r>
              <a:rPr lang="es-AR" sz="2000" b="1" i="1" dirty="0"/>
              <a:t>Ondas anormales localizadas o incoordinación uterina</a:t>
            </a:r>
            <a:r>
              <a:rPr lang="es-AR" sz="2000" i="1" dirty="0"/>
              <a:t>: </a:t>
            </a:r>
            <a:r>
              <a:rPr lang="es-AR" sz="2000" dirty="0"/>
              <a:t>este grupo  se caracteriza porque aparecen dos ondas contráctiles a la vez o separadas por un intervalo de tiempo muy pequeño.</a:t>
            </a:r>
          </a:p>
        </p:txBody>
      </p:sp>
    </p:spTree>
    <p:extLst>
      <p:ext uri="{BB962C8B-B14F-4D97-AF65-F5344CB8AC3E}">
        <p14:creationId xmlns:p14="http://schemas.microsoft.com/office/powerpoint/2010/main" val="387125127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0" y="0"/>
            <a:ext cx="9144000" cy="6858000"/>
          </a:xfrm>
        </p:spPr>
        <p:txBody>
          <a:bodyPr>
            <a:noAutofit/>
          </a:bodyPr>
          <a:lstStyle/>
          <a:p>
            <a:pPr marL="0" indent="0">
              <a:buNone/>
            </a:pPr>
            <a:r>
              <a:rPr lang="es-AR" sz="2000" b="1" i="1" dirty="0"/>
              <a:t>Anillos de contracción</a:t>
            </a:r>
            <a:r>
              <a:rPr lang="es-AR" sz="2000" i="1" dirty="0"/>
              <a:t>: </a:t>
            </a:r>
            <a:r>
              <a:rPr lang="es-AR" sz="2000" dirty="0"/>
              <a:t>se consideran variantes de las  ondas localizadas o incoordinaciones.</a:t>
            </a:r>
          </a:p>
          <a:p>
            <a:pPr marL="0" indent="0">
              <a:buNone/>
            </a:pPr>
            <a:r>
              <a:rPr lang="es-AR" sz="2000" dirty="0"/>
              <a:t> Estos anillos deben diferenciarse del anillo de retracción de </a:t>
            </a:r>
            <a:r>
              <a:rPr lang="es-AR" sz="2000" dirty="0" err="1"/>
              <a:t>Bandl</a:t>
            </a:r>
            <a:r>
              <a:rPr lang="es-AR" sz="2000" dirty="0"/>
              <a:t>, que se forma entre el cuerpo uterino y el segmento uterino inferior durante la evolución de algunos partos.</a:t>
            </a:r>
          </a:p>
          <a:p>
            <a:pPr marL="0" indent="0">
              <a:buNone/>
            </a:pPr>
            <a:r>
              <a:rPr lang="es-AR" sz="2000" dirty="0"/>
              <a:t>En cuanto al </a:t>
            </a:r>
            <a:r>
              <a:rPr lang="es-AR" sz="2000" i="1" dirty="0"/>
              <a:t>diagnóstico, </a:t>
            </a:r>
            <a:r>
              <a:rPr lang="es-AR" sz="2000" dirty="0"/>
              <a:t>las ondas generalizadas o inversión de gradientes, producen un enlentecimiento de la evolución del parto,</a:t>
            </a:r>
          </a:p>
          <a:p>
            <a:pPr marL="0" indent="0">
              <a:buNone/>
            </a:pPr>
            <a:r>
              <a:rPr lang="es-AR" sz="2000" dirty="0"/>
              <a:t>que en su grado máximo puede llegar a detenerse, sobre todo si son consecuencia de una desproporción.</a:t>
            </a:r>
          </a:p>
          <a:p>
            <a:pPr marL="0" indent="0">
              <a:buNone/>
            </a:pPr>
            <a:r>
              <a:rPr lang="es-AR" sz="2000" b="1" i="1" dirty="0"/>
              <a:t>tratamiento</a:t>
            </a:r>
            <a:r>
              <a:rPr lang="es-AR" sz="2000" b="1" dirty="0"/>
              <a:t>:</a:t>
            </a:r>
          </a:p>
          <a:p>
            <a:pPr marL="0" indent="0">
              <a:buNone/>
            </a:pPr>
            <a:r>
              <a:rPr lang="es-AR" sz="2000" i="1" dirty="0"/>
              <a:t>– </a:t>
            </a:r>
            <a:r>
              <a:rPr lang="es-AR" sz="2000" dirty="0"/>
              <a:t>Como en el resto de distocias dinámicas se tomarán unas </a:t>
            </a:r>
            <a:r>
              <a:rPr lang="es-AR" sz="2000" i="1" dirty="0"/>
              <a:t>medidas generales</a:t>
            </a:r>
            <a:r>
              <a:rPr lang="es-AR" sz="2000" dirty="0"/>
              <a:t>: descartar obstáculos mecánicos, </a:t>
            </a:r>
            <a:r>
              <a:rPr lang="es-AR" sz="2000" dirty="0" err="1"/>
              <a:t>amniorrexis</a:t>
            </a:r>
            <a:r>
              <a:rPr lang="es-AR" sz="2000" dirty="0"/>
              <a:t> artificial y DLI.</a:t>
            </a:r>
          </a:p>
          <a:p>
            <a:pPr marL="0" indent="0">
              <a:buNone/>
            </a:pPr>
            <a:r>
              <a:rPr lang="es-AR" sz="2000" i="1" dirty="0"/>
              <a:t>– </a:t>
            </a:r>
            <a:r>
              <a:rPr lang="es-AR" sz="2000" dirty="0"/>
              <a:t>Iniciar </a:t>
            </a:r>
            <a:r>
              <a:rPr lang="es-AR" sz="2000" i="1" dirty="0"/>
              <a:t>perfusión de </a:t>
            </a:r>
            <a:r>
              <a:rPr lang="es-AR" sz="2000" i="1" dirty="0" err="1"/>
              <a:t>oxitocina</a:t>
            </a:r>
            <a:r>
              <a:rPr lang="es-AR" sz="2000" i="1" dirty="0"/>
              <a:t> </a:t>
            </a:r>
            <a:r>
              <a:rPr lang="es-AR" sz="2000" dirty="0"/>
              <a:t>según las pautas anteriormente descritas, e ir incrementando la perfusión de forma gradual y progresiva.</a:t>
            </a:r>
          </a:p>
          <a:p>
            <a:pPr marL="0" indent="0">
              <a:buNone/>
            </a:pPr>
            <a:r>
              <a:rPr lang="es-AR" sz="2000" i="1" dirty="0"/>
              <a:t>– </a:t>
            </a:r>
            <a:r>
              <a:rPr lang="es-AR" sz="2000" dirty="0"/>
              <a:t>Otra medida será la de proceder a una </a:t>
            </a:r>
            <a:r>
              <a:rPr lang="es-AR" sz="2000" i="1" dirty="0"/>
              <a:t>sedación del útero con </a:t>
            </a:r>
            <a:r>
              <a:rPr lang="es-AR" sz="2000" i="1" dirty="0" err="1"/>
              <a:t>úteroinhibidores</a:t>
            </a:r>
            <a:r>
              <a:rPr lang="es-AR" sz="2000" dirty="0"/>
              <a:t>, para una vez sedado el mismo comenzar de nuevo una estimulación progresiva.</a:t>
            </a:r>
          </a:p>
          <a:p>
            <a:pPr marL="0" indent="0">
              <a:buNone/>
            </a:pPr>
            <a:r>
              <a:rPr lang="es-AR" dirty="0"/>
              <a:t> …………………………………………………………….. CESAREA</a:t>
            </a:r>
            <a:endParaRPr lang="es-AR" sz="2000" dirty="0"/>
          </a:p>
        </p:txBody>
      </p:sp>
    </p:spTree>
    <p:extLst>
      <p:ext uri="{BB962C8B-B14F-4D97-AF65-F5344CB8AC3E}">
        <p14:creationId xmlns:p14="http://schemas.microsoft.com/office/powerpoint/2010/main" val="360574569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0" y="0"/>
            <a:ext cx="9144000" cy="6858000"/>
          </a:xfrm>
        </p:spPr>
        <p:txBody>
          <a:bodyPr>
            <a:normAutofit/>
          </a:bodyPr>
          <a:lstStyle/>
          <a:p>
            <a:pPr marL="0" indent="0">
              <a:buNone/>
            </a:pPr>
            <a:r>
              <a:rPr lang="es-AR" b="1" i="1" dirty="0"/>
              <a:t>Frecuencia </a:t>
            </a:r>
            <a:r>
              <a:rPr lang="es-AR" dirty="0" err="1"/>
              <a:t>Polisistolia</a:t>
            </a:r>
            <a:r>
              <a:rPr lang="es-AR" dirty="0"/>
              <a:t> o </a:t>
            </a:r>
            <a:r>
              <a:rPr lang="es-AR" dirty="0" err="1"/>
              <a:t>Taquisistolia</a:t>
            </a:r>
            <a:r>
              <a:rPr lang="es-AR" dirty="0"/>
              <a:t> &gt; 5 </a:t>
            </a:r>
            <a:r>
              <a:rPr lang="es-AR" dirty="0" err="1"/>
              <a:t>contrac</a:t>
            </a:r>
            <a:r>
              <a:rPr lang="es-AR" dirty="0"/>
              <a:t> en 10´</a:t>
            </a:r>
          </a:p>
          <a:p>
            <a:pPr marL="0" indent="0">
              <a:buNone/>
            </a:pPr>
            <a:r>
              <a:rPr lang="es-AR" dirty="0"/>
              <a:t>                     </a:t>
            </a:r>
            <a:r>
              <a:rPr lang="es-AR" dirty="0" err="1"/>
              <a:t>Bradisistolia</a:t>
            </a:r>
            <a:r>
              <a:rPr lang="es-AR" dirty="0"/>
              <a:t> &lt; 3 contracciones en 10´</a:t>
            </a:r>
          </a:p>
          <a:p>
            <a:pPr marL="0" indent="0">
              <a:buNone/>
            </a:pPr>
            <a:r>
              <a:rPr lang="es-AR" b="1" i="1" dirty="0"/>
              <a:t>Intensidad </a:t>
            </a:r>
            <a:r>
              <a:rPr lang="es-AR" dirty="0" err="1"/>
              <a:t>Hipersistolia</a:t>
            </a:r>
            <a:r>
              <a:rPr lang="es-AR" dirty="0"/>
              <a:t> &gt;50 </a:t>
            </a:r>
            <a:r>
              <a:rPr lang="es-AR" dirty="0" err="1"/>
              <a:t>mmHg</a:t>
            </a:r>
            <a:endParaRPr lang="es-AR" dirty="0"/>
          </a:p>
          <a:p>
            <a:pPr marL="0" indent="0">
              <a:buNone/>
            </a:pPr>
            <a:r>
              <a:rPr lang="es-AR" dirty="0"/>
              <a:t>                    </a:t>
            </a:r>
            <a:r>
              <a:rPr lang="es-AR" dirty="0" err="1"/>
              <a:t>Hiposistolia</a:t>
            </a:r>
            <a:r>
              <a:rPr lang="es-AR" dirty="0"/>
              <a:t> &lt;20 </a:t>
            </a:r>
            <a:r>
              <a:rPr lang="es-AR" dirty="0" err="1"/>
              <a:t>mmHg</a:t>
            </a:r>
            <a:endParaRPr lang="es-AR" dirty="0"/>
          </a:p>
          <a:p>
            <a:pPr marL="0" indent="0">
              <a:buNone/>
            </a:pPr>
            <a:r>
              <a:rPr lang="es-AR" b="1" i="1" dirty="0"/>
              <a:t>Tono  </a:t>
            </a:r>
            <a:r>
              <a:rPr lang="es-AR" dirty="0"/>
              <a:t>Hipertonía &gt; 12 </a:t>
            </a:r>
            <a:r>
              <a:rPr lang="es-AR" dirty="0" err="1"/>
              <a:t>mmHg</a:t>
            </a:r>
            <a:r>
              <a:rPr lang="es-AR" dirty="0"/>
              <a:t> (leve, moderada, severa)</a:t>
            </a:r>
          </a:p>
          <a:p>
            <a:pPr marL="0" indent="0">
              <a:buNone/>
            </a:pPr>
            <a:r>
              <a:rPr lang="es-AR" dirty="0"/>
              <a:t>           Hipotonía &lt; 8 </a:t>
            </a:r>
            <a:r>
              <a:rPr lang="es-AR" dirty="0" err="1"/>
              <a:t>mmHg</a:t>
            </a:r>
            <a:endParaRPr lang="es-AR" dirty="0"/>
          </a:p>
          <a:p>
            <a:pPr marL="0" indent="0">
              <a:buNone/>
            </a:pPr>
            <a:r>
              <a:rPr lang="es-AR" b="1" i="1" dirty="0"/>
              <a:t>Coordinación </a:t>
            </a:r>
            <a:r>
              <a:rPr lang="es-AR" dirty="0"/>
              <a:t>Incoordinación de 1º grado 2 marcapasos </a:t>
            </a:r>
          </a:p>
          <a:p>
            <a:pPr marL="0" indent="0">
              <a:buNone/>
            </a:pPr>
            <a:r>
              <a:rPr lang="es-AR" dirty="0"/>
              <a:t>                         Incoordinación de 2º   3 o más marcapasos </a:t>
            </a:r>
          </a:p>
          <a:p>
            <a:pPr marL="0" indent="0">
              <a:buNone/>
            </a:pPr>
            <a:r>
              <a:rPr lang="es-AR" b="1" dirty="0"/>
              <a:t>Inversión del gradiente </a:t>
            </a:r>
            <a:r>
              <a:rPr lang="es-AR" sz="2600" dirty="0"/>
              <a:t>Contracciones más intensas, duraderas y precoces en el segmento inferior uterino</a:t>
            </a:r>
          </a:p>
          <a:p>
            <a:pPr marL="0" indent="0">
              <a:buNone/>
            </a:pPr>
            <a:r>
              <a:rPr lang="es-AR" b="1" dirty="0"/>
              <a:t>Anillos de contracción </a:t>
            </a:r>
            <a:r>
              <a:rPr lang="es-AR" sz="2600" dirty="0"/>
              <a:t>Contracciones anulares en zonas aisladas del útero</a:t>
            </a:r>
          </a:p>
          <a:p>
            <a:pPr marL="0" indent="0">
              <a:buNone/>
            </a:pPr>
            <a:r>
              <a:rPr lang="es-AR" b="1" dirty="0"/>
              <a:t>Distocia cervical pasiva </a:t>
            </a:r>
            <a:r>
              <a:rPr lang="es-AR" dirty="0"/>
              <a:t>Ausencia de dilatación cervical </a:t>
            </a:r>
          </a:p>
          <a:p>
            <a:pPr marL="0" indent="0">
              <a:buNone/>
            </a:pPr>
            <a:endParaRPr lang="es-AR" dirty="0"/>
          </a:p>
          <a:p>
            <a:endParaRPr lang="es-AR" dirty="0"/>
          </a:p>
        </p:txBody>
      </p:sp>
    </p:spTree>
    <p:extLst>
      <p:ext uri="{BB962C8B-B14F-4D97-AF65-F5344CB8AC3E}">
        <p14:creationId xmlns:p14="http://schemas.microsoft.com/office/powerpoint/2010/main" val="2840160376"/>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F9C9D"/>
      </a:accent5>
      <a:accent6>
        <a:srgbClr val="9E5E9B"/>
      </a:accent6>
      <a:hlink>
        <a:srgbClr val="58C1BA"/>
      </a:hlink>
      <a:folHlink>
        <a:srgbClr val="9DD0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Ion</Template>
  <TotalTime>193</TotalTime>
  <Words>1512</Words>
  <Application>Microsoft Office PowerPoint</Application>
  <PresentationFormat>Presentación en pantalla (4:3)</PresentationFormat>
  <Paragraphs>86</Paragraphs>
  <Slides>10</Slides>
  <Notes>1</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10</vt:i4>
      </vt:variant>
    </vt:vector>
  </HeadingPairs>
  <TitlesOfParts>
    <vt:vector size="14" baseType="lpstr">
      <vt:lpstr>Calibri</vt:lpstr>
      <vt:lpstr>Century Gothic</vt:lpstr>
      <vt:lpstr>Wingdings 3</vt:lpstr>
      <vt:lpstr>Ion</vt:lpstr>
      <vt:lpstr>Distocia   de      dinámica</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DISTOCIAS de DINÁMICA</dc:title>
  <dc:creator>ADMIN</dc:creator>
  <cp:lastModifiedBy>Usuario</cp:lastModifiedBy>
  <cp:revision>15</cp:revision>
  <dcterms:created xsi:type="dcterms:W3CDTF">2012-09-08T18:48:01Z</dcterms:created>
  <dcterms:modified xsi:type="dcterms:W3CDTF">2026-09-02T12:17:22Z</dcterms:modified>
</cp:coreProperties>
</file>