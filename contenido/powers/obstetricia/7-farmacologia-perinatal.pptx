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339" r:id="rId2"/>
    <p:sldId id="291" r:id="rId3"/>
    <p:sldId id="294" r:id="rId4"/>
    <p:sldId id="311" r:id="rId5"/>
    <p:sldId id="302" r:id="rId6"/>
    <p:sldId id="325" r:id="rId7"/>
    <p:sldId id="328" r:id="rId8"/>
    <p:sldId id="327" r:id="rId9"/>
    <p:sldId id="282" r:id="rId10"/>
    <p:sldId id="312" r:id="rId11"/>
    <p:sldId id="313" r:id="rId12"/>
    <p:sldId id="314" r:id="rId13"/>
    <p:sldId id="315" r:id="rId14"/>
    <p:sldId id="316" r:id="rId15"/>
    <p:sldId id="320" r:id="rId16"/>
    <p:sldId id="317" r:id="rId17"/>
    <p:sldId id="303" r:id="rId18"/>
    <p:sldId id="322" r:id="rId19"/>
    <p:sldId id="318" r:id="rId20"/>
    <p:sldId id="293" r:id="rId21"/>
    <p:sldId id="326" r:id="rId22"/>
    <p:sldId id="292" r:id="rId23"/>
    <p:sldId id="323" r:id="rId24"/>
    <p:sldId id="319" r:id="rId25"/>
    <p:sldId id="289" r:id="rId26"/>
    <p:sldId id="287" r:id="rId27"/>
    <p:sldId id="309" r:id="rId28"/>
    <p:sldId id="286" r:id="rId29"/>
    <p:sldId id="308" r:id="rId30"/>
    <p:sldId id="307" r:id="rId31"/>
    <p:sldId id="310" r:id="rId32"/>
    <p:sldId id="306" r:id="rId33"/>
    <p:sldId id="340" r:id="rId34"/>
    <p:sldId id="337" r:id="rId35"/>
    <p:sldId id="274" r:id="rId36"/>
    <p:sldId id="300" r:id="rId37"/>
    <p:sldId id="299" r:id="rId38"/>
    <p:sldId id="334" r:id="rId39"/>
    <p:sldId id="275" r:id="rId40"/>
    <p:sldId id="332" r:id="rId41"/>
    <p:sldId id="273" r:id="rId42"/>
    <p:sldId id="330" r:id="rId43"/>
    <p:sldId id="333" r:id="rId44"/>
    <p:sldId id="295" r:id="rId45"/>
    <p:sldId id="321" r:id="rId46"/>
    <p:sldId id="284" r:id="rId47"/>
    <p:sldId id="342" r:id="rId48"/>
    <p:sldId id="304" r:id="rId49"/>
    <p:sldId id="279" r:id="rId50"/>
    <p:sldId id="301" r:id="rId51"/>
    <p:sldId id="343" r:id="rId52"/>
    <p:sldId id="335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9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8/26/2026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fi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E1DEC-19D7-429F-99B6-03F1DBDCA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39" y="1394460"/>
            <a:ext cx="10951915" cy="2994660"/>
          </a:xfrm>
        </p:spPr>
        <p:txBody>
          <a:bodyPr/>
          <a:lstStyle/>
          <a:p>
            <a:r>
              <a:rPr lang="es-AR" dirty="0"/>
              <a:t>FARMACOLOGIA </a:t>
            </a:r>
            <a:br>
              <a:rPr lang="es-AR" dirty="0"/>
            </a:br>
            <a:r>
              <a:rPr lang="es-AR" dirty="0"/>
              <a:t>PERINATAL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A6E472-A339-404C-B371-26B6BFFF9B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CÁTEDRA DE OBSTETRICIA </a:t>
            </a:r>
          </a:p>
          <a:p>
            <a:r>
              <a:rPr lang="es-A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Miguel Blanco</a:t>
            </a:r>
          </a:p>
        </p:txBody>
      </p:sp>
      <p:pic>
        <p:nvPicPr>
          <p:cNvPr id="4" name="Picture 2" descr="Universidad de Mendoza - Universidad de Mendoza">
            <a:extLst>
              <a:ext uri="{FF2B5EF4-FFF2-40B4-BE49-F238E27FC236}">
                <a16:creationId xmlns:a16="http://schemas.microsoft.com/office/drawing/2014/main" id="{D60E270C-721B-4E0E-B1F6-612F439BA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787" y="4468002"/>
            <a:ext cx="2126367" cy="212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de Mendoza - Universidad de Mendoza">
            <a:extLst>
              <a:ext uri="{FF2B5EF4-FFF2-40B4-BE49-F238E27FC236}">
                <a16:creationId xmlns:a16="http://schemas.microsoft.com/office/drawing/2014/main" id="{D60E270C-721B-4E0E-B1F6-612F439BA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9327" y="3935897"/>
            <a:ext cx="2659827" cy="265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20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Medicamentos y embarazo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20" y="0"/>
            <a:ext cx="9780276" cy="599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3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9848" y="329938"/>
            <a:ext cx="10058400" cy="584462"/>
          </a:xfrm>
        </p:spPr>
        <p:txBody>
          <a:bodyPr>
            <a:normAutofit fontScale="90000"/>
          </a:bodyPr>
          <a:lstStyle/>
          <a:p>
            <a:r>
              <a:rPr lang="es-AR" dirty="0"/>
              <a:t>Cambios fisiológicos: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7254" y="0"/>
            <a:ext cx="12319254" cy="67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9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ómo prescribir el litio durante el embarazo: farmacocinética, dosificación  y monitorización - Instituto de Psicofarmacologí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8" y="0"/>
            <a:ext cx="1211673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21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armacologia y embaraz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594" y="1008668"/>
            <a:ext cx="8696195" cy="518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40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Farmacocinética en el paciente crítico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322"/>
            <a:ext cx="12192000" cy="669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787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Fundamentos Básicos de Farmacología - ppt video online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82" y="263017"/>
            <a:ext cx="11675064" cy="629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5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Tema 7. FARMACODINÁMICA; mecanismos generales de acción de los fármacos. - 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36" y="1313779"/>
            <a:ext cx="8649060" cy="492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08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hanging the way you learn | Mind 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963" y="35979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569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02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811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02" y="310152"/>
            <a:ext cx="11363979" cy="631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926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264884"/>
            <a:ext cx="11759905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79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"/>
            <a:ext cx="11957869" cy="663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71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4" y="282804"/>
            <a:ext cx="11524236" cy="586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30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" y="215883"/>
            <a:ext cx="1139226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24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1297"/>
            <a:ext cx="1153840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859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xcreción de fármacos | Esquemas y mapas conceptuales de Farmacología |  Doc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818"/>
            <a:ext cx="11741051" cy="654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077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49" y="215883"/>
            <a:ext cx="113356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349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16" y="602383"/>
            <a:ext cx="11429968" cy="567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698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22" y="518474"/>
            <a:ext cx="8682086" cy="598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61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Farmacologia y embaraz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52" y="942680"/>
            <a:ext cx="9242949" cy="535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697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irculación fetal fotografías e imágenes de alta resolución - Alam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79" y="47134"/>
            <a:ext cx="9134575" cy="641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306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Fármacos en el embarazo y la lactanc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67" y="914401"/>
            <a:ext cx="9931106" cy="571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368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38" y="310152"/>
            <a:ext cx="11326272" cy="633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948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Medicamentos y embarazo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00" y="131042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360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Tema 3. FARMACOCINÉTICA; Distribución.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05" y="526968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504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Fármacos durante la lactancia: pautas y clasificación - Instituto de  Psicofarmacologí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26" y="933254"/>
            <a:ext cx="9968813" cy="576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97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Fármacos durante la lactancia: pautas y clasificación - Instituto de  Psicofarmacologí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01" y="1114244"/>
            <a:ext cx="9464511" cy="544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694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Fármacos durante la lactancia: pautas y clasificación - Instituto de  Psicofarmacologí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04" y="952107"/>
            <a:ext cx="10081934" cy="564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478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Fármacos durante la lactancia: pautas y clasificación - Instituto de  Psicofarmacologí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60" y="791853"/>
            <a:ext cx="10459006" cy="536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5216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Fármacos durante la lactancia: pautas y clasificación - Instituto de  Psicofarmacologí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54" y="989814"/>
            <a:ext cx="10279898" cy="568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556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Utilización de fármacos en la mujer lactante y atención farmacéutica en la  lactanc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37" y="848413"/>
            <a:ext cx="10393019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956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9848" y="484631"/>
            <a:ext cx="10058400" cy="4551825"/>
          </a:xfrm>
        </p:spPr>
        <p:txBody>
          <a:bodyPr/>
          <a:lstStyle/>
          <a:p>
            <a:r>
              <a:rPr lang="es-ES" dirty="0"/>
              <a:t>Recreo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88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0342" y="484631"/>
            <a:ext cx="8747905" cy="5538797"/>
          </a:xfrm>
        </p:spPr>
        <p:txBody>
          <a:bodyPr>
            <a:normAutofit/>
          </a:bodyPr>
          <a:lstStyle/>
          <a:p>
            <a:r>
              <a:rPr lang="es-ES" sz="6000" dirty="0" err="1"/>
              <a:t>teratogenos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79438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Medicamentos y embarazo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9322"/>
            <a:ext cx="11887200" cy="651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388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ratógenos | uDoc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3486" y="0"/>
            <a:ext cx="15225486" cy="648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96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eriodos Criticos En El Desarrollo Prenatal Huma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90" y="140469"/>
            <a:ext cx="1053916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7201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edicamentos y embarazo: prescribiendo entre la necesidad y la seguridad |  guiaterapeut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59" y="311086"/>
            <a:ext cx="9836837" cy="594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606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Fármacos teratogénicos Docente: Patricia Ávalos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35"/>
            <a:ext cx="12308114" cy="82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59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Medicamentos en el embaraz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" y="0"/>
            <a:ext cx="1215885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162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Medicamentos y embarazo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31" y="263018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343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Objetivo Principal Promover el uso adecuado de los medicamentos en madres  gestantes y lactantes, así como brindar información a los profesionales de.  - ppt video online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9657"/>
            <a:ext cx="12192000" cy="718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6741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Enfermedades de la piel durante el embarazo - Artículos - IntraM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9736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74865"/>
          </a:xfrm>
        </p:spPr>
        <p:txBody>
          <a:bodyPr>
            <a:noAutofit/>
          </a:bodyPr>
          <a:lstStyle/>
          <a:p>
            <a:r>
              <a:rPr lang="es-AR" sz="3200" b="1" dirty="0"/>
              <a:t>TRASTORNOS Y GRUPOS TERAPÉUTICOS HABITUALES EN EMBARAZADAS. </a:t>
            </a:r>
            <a:endParaRPr lang="es-AR" sz="32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592" y="1564849"/>
            <a:ext cx="7909088" cy="492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850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FARMACOCINÉTICA Y FARMACODINAMIA EN EL EMBARAZO EMBARAZO FARMACOCINETICA  DEPENDIENTES DE LA MADRE NO DEPENDIENTES DE LA MADRE FARMACODINAMIA  1.Acciones.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85" y="404421"/>
            <a:ext cx="11382833" cy="596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05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No hay ninguna descripción de la foto disponib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43953" cy="709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5669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A5C98F-0B96-48D3-B2D2-7919A62D7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557" y="887896"/>
            <a:ext cx="9636055" cy="5023326"/>
          </a:xfrm>
        </p:spPr>
        <p:txBody>
          <a:bodyPr/>
          <a:lstStyle/>
          <a:p>
            <a:pPr algn="just"/>
            <a:r>
              <a:rPr lang="es-AR" sz="2400" b="1" i="1" dirty="0">
                <a:solidFill>
                  <a:srgbClr val="4F81BC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Categoría X </a:t>
            </a:r>
            <a:endParaRPr lang="es-AR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AR" sz="20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Medicamentos que han mostrado, indudablemente, poseer efectos teratógenos manifiestos y cuyos riesgos superan con creces el posible beneficio a obtener. Fármacos totalmente contraindicados en las mujeres embarazadas o cuando existe una posibilidad de embarazo</a:t>
            </a:r>
            <a:endParaRPr lang="es-AR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96271D-787C-4451-BEB3-15A695C21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47" y="2769704"/>
            <a:ext cx="7750266" cy="39115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24655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ONSECUENCIAS DEL CONSUMO DE MEDICAMENTOS DURANTE EL EMBARAZO - El Diario -  Boliv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78"/>
            <a:ext cx="12192000" cy="68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455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Medicamentos y embarazo - ppt descar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88763"/>
            <a:ext cx="12192000" cy="741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1971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armaNanos: Cuidamos de tu salud. - Blog FarmaNanos - medicamentos en el  embarad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4" y="91441"/>
            <a:ext cx="11639006" cy="676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4080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39b851f7-6f54-4fdc-985e-ac775dc8dee3"/>
          <p:cNvSpPr>
            <a:spLocks noChangeAspect="1" noChangeArrowheads="1"/>
          </p:cNvSpPr>
          <p:nvPr/>
        </p:nvSpPr>
        <p:spPr bwMode="auto">
          <a:xfrm>
            <a:off x="155574" y="-144463"/>
            <a:ext cx="7002871" cy="700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blob:https://web.whatsapp.com/39b851f7-6f54-4fdc-985e-ac775dc8dee3"/>
          <p:cNvSpPr>
            <a:spLocks noChangeAspect="1" noChangeArrowheads="1"/>
          </p:cNvSpPr>
          <p:nvPr/>
        </p:nvSpPr>
        <p:spPr bwMode="auto">
          <a:xfrm>
            <a:off x="509451" y="209414"/>
            <a:ext cx="10358846" cy="590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blob:https://web.whatsapp.com/39b851f7-6f54-4fdc-985e-ac775dc8dee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180" y="-144463"/>
            <a:ext cx="6835140" cy="771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705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475830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2475</TotalTime>
  <Words>65</Words>
  <Application>Microsoft Office PowerPoint</Application>
  <PresentationFormat>Panorámica</PresentationFormat>
  <Paragraphs>10</Paragraphs>
  <Slides>52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8" baseType="lpstr">
      <vt:lpstr>Calibri</vt:lpstr>
      <vt:lpstr>Calibri Light</vt:lpstr>
      <vt:lpstr>Rockwell</vt:lpstr>
      <vt:lpstr>Rockwell Condensed</vt:lpstr>
      <vt:lpstr>Wingdings</vt:lpstr>
      <vt:lpstr>Tipo de madera</vt:lpstr>
      <vt:lpstr>FARMACOLOGIA  PERINATAL</vt:lpstr>
      <vt:lpstr>Presentación de PowerPoint</vt:lpstr>
      <vt:lpstr>Cambios fisiológicos: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Recreo</vt:lpstr>
      <vt:lpstr>teratogenos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TRASTORNOS Y GRUPOS TERAPÉUTICOS HABITUALES EN EMBARAZADAS.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Roxana Cabrera</dc:creator>
  <cp:lastModifiedBy>Usuario</cp:lastModifiedBy>
  <cp:revision>130</cp:revision>
  <dcterms:created xsi:type="dcterms:W3CDTF">2023-08-20T22:48:19Z</dcterms:created>
  <dcterms:modified xsi:type="dcterms:W3CDTF">2026-08-26T12:02:41Z</dcterms:modified>
</cp:coreProperties>
</file>